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4DF03-B954-422C-8929-6286EB713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09FD0-1EF2-4DE0-8D18-F779A5F20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5569D-BBAB-49F1-AAD8-4CF896186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9913-7A94-4505-9027-9A3CA495E14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511D1-528B-42A9-8300-DAAFF040B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5A5E1-B9E1-4BC9-BE72-A7E662F9B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6574-4C26-4C92-9FA6-A8527E22F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6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41AC-1AAB-4BD4-B870-400E3868F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44BDB-BD1B-48D8-A9F7-3B2A8B730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2C1E-AAB9-40AF-A264-2D450C662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9913-7A94-4505-9027-9A3CA495E14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1D068-3C82-4B16-B843-412B9E23A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B8973-7906-46C7-B4D0-303FE5F15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6574-4C26-4C92-9FA6-A8527E22F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2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C3071-1B56-4DC9-80A9-855A04E53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36022-A753-4500-8BB7-4325202F8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3C7BB-C3A5-404A-8474-12F25D97D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9913-7A94-4505-9027-9A3CA495E14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9714F-6AA0-446F-A07F-E327E14DA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1FFA2-E77B-4BBC-9E7C-8CED3F8B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6574-4C26-4C92-9FA6-A8527E22F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868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63A14-1F49-46A6-85E4-98473A61E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67FA-AEAF-4FDD-B9FB-1059ECF61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C1E30-B992-4C73-8CA6-86FDE95B4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672F3-5E63-4E4C-AD49-BB65E39D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9913-7A94-4505-9027-9A3CA495E14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57EF3-5920-494F-B037-5FD860B0C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6EB0B-570C-4890-89CC-331BC2B8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6574-4C26-4C92-9FA6-A8527E22F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58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707EE-AD04-487C-857A-A342DDF36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871EE-E0A2-4B36-A487-A72AC27F3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54771-B4F5-44CA-A496-CBB52D10F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03598F-6BF4-473A-8CF3-E04CB1ADAB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2DE075-6ACE-413B-9EA8-AB193D384F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506323-589C-4453-99F5-18F0F7765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9913-7A94-4505-9027-9A3CA495E14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4A75E1-87F4-4F14-A77E-DB47A6356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A4928E-4488-495C-A980-1EFFB2587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6574-4C26-4C92-9FA6-A8527E22F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878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C41C-CC40-468D-95E5-EA978FD4B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E607E6-4765-4AF9-9C27-FFBBFFEE4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9913-7A94-4505-9027-9A3CA495E14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572FE5-B122-4221-82AB-BFD5868A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39D51-3F9F-48FE-9B80-E641A3E14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6574-4C26-4C92-9FA6-A8527E22F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30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97044-5B81-4E65-84D8-6DB36D60F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9913-7A94-4505-9027-9A3CA495E14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43740A-18E2-4076-BA55-46A5D3852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45A19-2786-4B1D-993D-A29A73CF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6574-4C26-4C92-9FA6-A8527E22F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062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72330-9FE8-4F79-9BE7-6FA70DB3A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BC09F-C93C-47C7-8F54-A99044BEA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85974-3CEA-4F8E-AC06-812949E00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A7AD3-A85C-461C-BC76-87736F481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9913-7A94-4505-9027-9A3CA495E14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954F3-490D-47FF-9DB7-956725707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FD5E4-BABD-49DC-95C8-CCB2F5A8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6574-4C26-4C92-9FA6-A8527E22F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378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B52E4-8201-4847-8BD5-64A56F4F8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F2583A-27CC-4291-8FA3-BCE8510D72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B86048-9E7A-4650-BF45-AAA013497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519B-8050-4AE5-849A-906B6777C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9913-7A94-4505-9027-9A3CA495E14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2D03A-F0E8-4E78-87E5-15B482358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694BC-040B-4BFE-BB34-A35E03287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6574-4C26-4C92-9FA6-A8527E22F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71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380DC-D26A-4E96-8907-9BAF3F10E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EA768E-B15E-4BBF-9942-1F8822846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244A9-1C5B-45A1-AE7B-AB9D72C49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9913-7A94-4505-9027-9A3CA495E14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CD2A8-6550-430B-8637-11EDC41C2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09592-5463-487C-A024-A3EA6CF6B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6574-4C26-4C92-9FA6-A8527E22F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91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4AB5A0-8354-4B20-98BF-DDE160F6D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9164BC-00AB-4484-815E-E7A78EBC4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BFFE8-CC46-43C2-B3B0-4F6CC07E2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9913-7A94-4505-9027-9A3CA495E14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E80B8-B6DC-45E3-BBFF-CE1063DAA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8E867-66C2-462B-AF33-70F7E4102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6574-4C26-4C92-9FA6-A8527E22F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28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8D839-B6DA-46A6-A501-B034739B5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E479E-02ED-4D50-AF5E-2036634CA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9B331-D2B6-4BFF-ABFE-BAFDCE8AB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89913-7A94-4505-9027-9A3CA495E14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6959A-D216-41DB-89FB-6CEDAD28E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CE93C-5A93-43FE-9AD4-B7149D23E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E6574-4C26-4C92-9FA6-A8527E22F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75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85BA5-B09E-4B51-9D8F-924030BC46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TÊN ĐỀ TÀI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2F248-1FDF-4355-8967-B4CCE761A6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26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C8F4D-2096-48EF-BEE2-FB3152C4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 CHÍNH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1D2CE-8677-4A5A-9B65-E2A142C22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Giới thiệu về đ</a:t>
            </a:r>
            <a:r>
              <a:rPr lang="vi-VN"/>
              <a:t>ơ</a:t>
            </a:r>
            <a:r>
              <a:rPr lang="en-US"/>
              <a:t>n vị thực tập</a:t>
            </a:r>
          </a:p>
          <a:p>
            <a:r>
              <a:rPr lang="en-US"/>
              <a:t>Tổng quan về đề tài</a:t>
            </a:r>
          </a:p>
          <a:p>
            <a:r>
              <a:rPr lang="en-US"/>
              <a:t>Phân tích hệ thống</a:t>
            </a:r>
          </a:p>
          <a:p>
            <a:r>
              <a:rPr lang="en-US"/>
              <a:t>….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556339-79E5-455F-BC77-36CC08110D51}"/>
              </a:ext>
            </a:extLst>
          </p:cNvPr>
          <p:cNvSpPr txBox="1"/>
          <p:nvPr/>
        </p:nvSpPr>
        <p:spPr>
          <a:xfrm>
            <a:off x="890423" y="4513635"/>
            <a:ext cx="104633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rgbClr val="FF0000"/>
                </a:solidFill>
              </a:rPr>
              <a:t>KHÔNG TRÌNH BÀY LÝ THUYẾT TRONG SLIDES</a:t>
            </a:r>
          </a:p>
        </p:txBody>
      </p:sp>
    </p:spTree>
    <p:extLst>
      <p:ext uri="{BB962C8B-B14F-4D97-AF65-F5344CB8AC3E}">
        <p14:creationId xmlns:p14="http://schemas.microsoft.com/office/powerpoint/2010/main" val="3237899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7D74D-21F8-4F07-AED6-5FC7934E2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Đ</a:t>
            </a:r>
            <a:r>
              <a:rPr lang="vi-VN"/>
              <a:t>Ơ</a:t>
            </a:r>
            <a:r>
              <a:rPr lang="en-US"/>
              <a:t>N VỊ THỰC TẬP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89550-0604-470D-BA1F-353CAF084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Chỉ đ</a:t>
            </a:r>
            <a:r>
              <a:rPr lang="vi-VN"/>
              <a:t>ư</a:t>
            </a:r>
            <a:r>
              <a:rPr lang="en-US"/>
              <a:t>a ra tên công ty, lĩnh vực hoạt động</a:t>
            </a:r>
          </a:p>
          <a:p>
            <a:r>
              <a:rPr lang="en-US"/>
              <a:t>Giới thiệu vị trí thực tập/công việc của bản thân ở công ty</a:t>
            </a:r>
          </a:p>
        </p:txBody>
      </p:sp>
    </p:spTree>
    <p:extLst>
      <p:ext uri="{BB962C8B-B14F-4D97-AF65-F5344CB8AC3E}">
        <p14:creationId xmlns:p14="http://schemas.microsoft.com/office/powerpoint/2010/main" val="3457248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89983-B3FE-442A-B702-8C2E4D8F6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TỔNG QUAN VỀ ĐỀ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DBC31-6740-4CD5-A038-5EE3B2CB5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Ko dài dòng, đi thẳng vào vấn đề</a:t>
            </a:r>
          </a:p>
          <a:p>
            <a:pPr lvl="1"/>
            <a:r>
              <a:rPr lang="en-US"/>
              <a:t>Đề tài làm gì</a:t>
            </a:r>
          </a:p>
          <a:p>
            <a:pPr lvl="1"/>
            <a:r>
              <a:rPr lang="en-US"/>
              <a:t>Phạm vi của đề tài</a:t>
            </a:r>
          </a:p>
        </p:txBody>
      </p:sp>
    </p:spTree>
    <p:extLst>
      <p:ext uri="{BB962C8B-B14F-4D97-AF65-F5344CB8AC3E}">
        <p14:creationId xmlns:p14="http://schemas.microsoft.com/office/powerpoint/2010/main" val="4038780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0D3E2-FBA4-4CD8-B00F-D7D75A56E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NỘI DUNG CỦA TỪNG ĐỀ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6D164-4E92-4026-98E9-D878DE4E8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698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AD75F-23A3-4633-8ABB-0EFE7B12E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1B062-4203-4D9B-87F3-27A88BE71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09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TÊN ĐỀ TÀI</vt:lpstr>
      <vt:lpstr>NỘI DUNG CHÍNH</vt:lpstr>
      <vt:lpstr>GIỚI THIỆU ĐƠN VỊ THỰC TẬP</vt:lpstr>
      <vt:lpstr>TỔNG QUAN VỀ ĐỀ TÀI</vt:lpstr>
      <vt:lpstr>CÁC NỘI DUNG CỦA TỪNG ĐỀ TÀI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TÊN ĐỀ TÀI</dc:title>
  <dc:creator>User</dc:creator>
  <cp:lastModifiedBy>User</cp:lastModifiedBy>
  <cp:revision>1</cp:revision>
  <dcterms:created xsi:type="dcterms:W3CDTF">2022-06-02T01:30:55Z</dcterms:created>
  <dcterms:modified xsi:type="dcterms:W3CDTF">2022-06-02T01:31:11Z</dcterms:modified>
</cp:coreProperties>
</file>