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media/image16.jpg" ContentType="image/png"/>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8" r:id="rId3"/>
    <p:sldId id="259" r:id="rId4"/>
    <p:sldId id="260" r:id="rId5"/>
    <p:sldId id="261" r:id="rId6"/>
    <p:sldId id="262"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43" autoAdjust="0"/>
    <p:restoredTop sz="94660"/>
  </p:normalViewPr>
  <p:slideViewPr>
    <p:cSldViewPr snapToGrid="0">
      <p:cViewPr varScale="1">
        <p:scale>
          <a:sx n="66" d="100"/>
          <a:sy n="66" d="100"/>
        </p:scale>
        <p:origin x="686"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D6906F8-8943-4CFD-BCAD-67F322D59EA8}" type="datetimeFigureOut">
              <a:rPr lang="en-US" smtClean="0"/>
              <a:t>5/6/2022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2062515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6906F8-8943-4CFD-BCAD-67F322D59EA8}" type="datetimeFigureOut">
              <a:rPr lang="en-US" smtClean="0"/>
              <a:t>5/6/2022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55377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9D6906F8-8943-4CFD-BCAD-67F322D59EA8}" type="datetimeFigureOut">
              <a:rPr lang="en-US" smtClean="0"/>
              <a:t>5/6/2022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27526525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D6906F8-8943-4CFD-BCAD-67F322D59EA8}" type="datetimeFigureOut">
              <a:rPr lang="en-US" smtClean="0"/>
              <a:t>5/6/2022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186335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D6906F8-8943-4CFD-BCAD-67F322D59EA8}" type="datetimeFigureOut">
              <a:rPr lang="en-US" smtClean="0"/>
              <a:t>5/6/2022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13603492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D6906F8-8943-4CFD-BCAD-67F322D59EA8}" type="datetimeFigureOut">
              <a:rPr lang="en-US" smtClean="0"/>
              <a:t>5/6/2022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6272941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6906F8-8943-4CFD-BCAD-67F322D59EA8}" type="datetimeFigureOut">
              <a:rPr lang="en-US" smtClean="0"/>
              <a:t>5/6/2022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238567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D6906F8-8943-4CFD-BCAD-67F322D59EA8}" type="datetimeFigureOut">
              <a:rPr lang="en-US" smtClean="0"/>
              <a:t>5/6/2022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49871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9D6906F8-8943-4CFD-BCAD-67F322D59EA8}" type="datetimeFigureOut">
              <a:rPr lang="en-US" smtClean="0"/>
              <a:t>5/6/2022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1707098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6906F8-8943-4CFD-BCAD-67F322D59EA8}" type="datetimeFigureOut">
              <a:rPr lang="en-US" smtClean="0"/>
              <a:t>5/6/2022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18809625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D6906F8-8943-4CFD-BCAD-67F322D59EA8}" type="datetimeFigureOut">
              <a:rPr lang="en-US" smtClean="0"/>
              <a:t>5/6/2022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DF4C79-332E-4DB0-BEB2-159AFAC1F792}" type="slidenum">
              <a:rPr lang="en-US" smtClean="0"/>
              <a:t>‹#›</a:t>
            </a:fld>
            <a:endParaRPr lang="en-US"/>
          </a:p>
        </p:txBody>
      </p:sp>
    </p:spTree>
    <p:extLst>
      <p:ext uri="{BB962C8B-B14F-4D97-AF65-F5344CB8AC3E}">
        <p14:creationId xmlns:p14="http://schemas.microsoft.com/office/powerpoint/2010/main" val="328993338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7_Main Slide">
    <p:spTree>
      <p:nvGrpSpPr>
        <p:cNvPr id="1" name=""/>
        <p:cNvGrpSpPr/>
        <p:nvPr/>
      </p:nvGrpSpPr>
      <p:grpSpPr>
        <a:xfrm>
          <a:off x="0" y="0"/>
          <a:ext cx="0" cy="0"/>
          <a:chOff x="0" y="0"/>
          <a:chExt cx="0" cy="0"/>
        </a:xfrm>
      </p:grpSpPr>
      <p:sp>
        <p:nvSpPr>
          <p:cNvPr id="14" name="Picture Placeholder 16">
            <a:extLst>
              <a:ext uri="{FF2B5EF4-FFF2-40B4-BE49-F238E27FC236}">
                <a16:creationId xmlns:a16="http://schemas.microsoft.com/office/drawing/2014/main" id="{C41C69B4-0BCD-4FB4-BD2D-7ECCEE3D699E}"/>
              </a:ext>
            </a:extLst>
          </p:cNvPr>
          <p:cNvSpPr>
            <a:spLocks noGrp="1"/>
          </p:cNvSpPr>
          <p:nvPr>
            <p:ph type="pic" sz="quarter" idx="14"/>
          </p:nvPr>
        </p:nvSpPr>
        <p:spPr>
          <a:xfrm>
            <a:off x="0" y="-1"/>
            <a:ext cx="12192000" cy="4114801"/>
          </a:xfrm>
          <a:custGeom>
            <a:avLst/>
            <a:gdLst>
              <a:gd name="connsiteX0" fmla="*/ 0 w 5383752"/>
              <a:gd name="connsiteY0" fmla="*/ 0 h 3471423"/>
              <a:gd name="connsiteX1" fmla="*/ 5383752 w 5383752"/>
              <a:gd name="connsiteY1" fmla="*/ 0 h 3471423"/>
              <a:gd name="connsiteX2" fmla="*/ 5383752 w 5383752"/>
              <a:gd name="connsiteY2" fmla="*/ 3471423 h 3471423"/>
              <a:gd name="connsiteX3" fmla="*/ 0 w 5383752"/>
              <a:gd name="connsiteY3" fmla="*/ 3471423 h 3471423"/>
            </a:gdLst>
            <a:ahLst/>
            <a:cxnLst>
              <a:cxn ang="0">
                <a:pos x="connsiteX0" y="connsiteY0"/>
              </a:cxn>
              <a:cxn ang="0">
                <a:pos x="connsiteX1" y="connsiteY1"/>
              </a:cxn>
              <a:cxn ang="0">
                <a:pos x="connsiteX2" y="connsiteY2"/>
              </a:cxn>
              <a:cxn ang="0">
                <a:pos x="connsiteX3" y="connsiteY3"/>
              </a:cxn>
            </a:cxnLst>
            <a:rect l="l" t="t" r="r" b="b"/>
            <a:pathLst>
              <a:path w="5383752" h="3471423">
                <a:moveTo>
                  <a:pt x="0" y="0"/>
                </a:moveTo>
                <a:lnTo>
                  <a:pt x="5383752" y="0"/>
                </a:lnTo>
                <a:lnTo>
                  <a:pt x="5383752" y="3471423"/>
                </a:lnTo>
                <a:lnTo>
                  <a:pt x="0" y="3471423"/>
                </a:lnTo>
                <a:close/>
              </a:path>
            </a:pathLst>
          </a:custGeom>
          <a:solidFill>
            <a:schemeClr val="tx1">
              <a:lumMod val="10000"/>
              <a:lumOff val="90000"/>
            </a:schemeClr>
          </a:solidFill>
        </p:spPr>
        <p:txBody>
          <a:bodyPr wrap="square" lIns="91440" tIns="365760" bIns="274320" anchor="t" anchorCtr="1">
            <a:noAutofit/>
          </a:bodyPr>
          <a:lstStyle>
            <a:lvl1pPr marL="0" indent="0" algn="ctr" rtl="0">
              <a:buNone/>
              <a:defRPr sz="1400">
                <a:solidFill>
                  <a:schemeClr val="bg1">
                    <a:lumMod val="65000"/>
                  </a:schemeClr>
                </a:solidFill>
              </a:defRPr>
            </a:lvl1pPr>
          </a:lstStyle>
          <a:p>
            <a:endParaRPr lang="en-US" dirty="0"/>
          </a:p>
        </p:txBody>
      </p:sp>
    </p:spTree>
    <p:extLst>
      <p:ext uri="{BB962C8B-B14F-4D97-AF65-F5344CB8AC3E}">
        <p14:creationId xmlns:p14="http://schemas.microsoft.com/office/powerpoint/2010/main" val="42213184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67_L 7">
    <p:spTree>
      <p:nvGrpSpPr>
        <p:cNvPr id="1" name=""/>
        <p:cNvGrpSpPr/>
        <p:nvPr/>
      </p:nvGrpSpPr>
      <p:grpSpPr>
        <a:xfrm>
          <a:off x="0" y="0"/>
          <a:ext cx="0" cy="0"/>
          <a:chOff x="0" y="0"/>
          <a:chExt cx="0" cy="0"/>
        </a:xfrm>
      </p:grpSpPr>
      <p:sp>
        <p:nvSpPr>
          <p:cNvPr id="11" name="Picture Placeholder 16">
            <a:extLst>
              <a:ext uri="{FF2B5EF4-FFF2-40B4-BE49-F238E27FC236}">
                <a16:creationId xmlns:a16="http://schemas.microsoft.com/office/drawing/2014/main" id="{D584030D-B06C-4963-B05D-D37209057F4A}"/>
              </a:ext>
            </a:extLst>
          </p:cNvPr>
          <p:cNvSpPr>
            <a:spLocks noGrp="1"/>
          </p:cNvSpPr>
          <p:nvPr>
            <p:ph type="pic" sz="quarter" idx="18"/>
          </p:nvPr>
        </p:nvSpPr>
        <p:spPr>
          <a:xfrm>
            <a:off x="0" y="0"/>
            <a:ext cx="6096000" cy="3438525"/>
          </a:xfrm>
          <a:custGeom>
            <a:avLst/>
            <a:gdLst>
              <a:gd name="connsiteX0" fmla="*/ 0 w 5383752"/>
              <a:gd name="connsiteY0" fmla="*/ 0 h 3471423"/>
              <a:gd name="connsiteX1" fmla="*/ 5383752 w 5383752"/>
              <a:gd name="connsiteY1" fmla="*/ 0 h 3471423"/>
              <a:gd name="connsiteX2" fmla="*/ 5383752 w 5383752"/>
              <a:gd name="connsiteY2" fmla="*/ 3471423 h 3471423"/>
              <a:gd name="connsiteX3" fmla="*/ 0 w 5383752"/>
              <a:gd name="connsiteY3" fmla="*/ 3471423 h 3471423"/>
            </a:gdLst>
            <a:ahLst/>
            <a:cxnLst>
              <a:cxn ang="0">
                <a:pos x="connsiteX0" y="connsiteY0"/>
              </a:cxn>
              <a:cxn ang="0">
                <a:pos x="connsiteX1" y="connsiteY1"/>
              </a:cxn>
              <a:cxn ang="0">
                <a:pos x="connsiteX2" y="connsiteY2"/>
              </a:cxn>
              <a:cxn ang="0">
                <a:pos x="connsiteX3" y="connsiteY3"/>
              </a:cxn>
            </a:cxnLst>
            <a:rect l="l" t="t" r="r" b="b"/>
            <a:pathLst>
              <a:path w="5383752" h="3471423">
                <a:moveTo>
                  <a:pt x="0" y="0"/>
                </a:moveTo>
                <a:lnTo>
                  <a:pt x="5383752" y="0"/>
                </a:lnTo>
                <a:lnTo>
                  <a:pt x="5383752" y="3471423"/>
                </a:lnTo>
                <a:lnTo>
                  <a:pt x="0" y="3471423"/>
                </a:lnTo>
                <a:close/>
              </a:path>
            </a:pathLst>
          </a:custGeom>
          <a:solidFill>
            <a:schemeClr val="tx1">
              <a:lumMod val="10000"/>
              <a:lumOff val="90000"/>
            </a:schemeClr>
          </a:solidFill>
        </p:spPr>
        <p:txBody>
          <a:bodyPr wrap="square" bIns="274320" anchor="b">
            <a:noAutofit/>
          </a:bodyPr>
          <a:lstStyle>
            <a:lvl1pPr marL="0" indent="0" algn="ctr">
              <a:buNone/>
              <a:defRPr sz="1400">
                <a:solidFill>
                  <a:schemeClr val="bg1">
                    <a:lumMod val="65000"/>
                  </a:schemeClr>
                </a:solidFill>
              </a:defRPr>
            </a:lvl1pPr>
          </a:lstStyle>
          <a:p>
            <a:endParaRPr lang="en-US" dirty="0"/>
          </a:p>
        </p:txBody>
      </p:sp>
      <p:sp>
        <p:nvSpPr>
          <p:cNvPr id="6" name="Picture Placeholder 16">
            <a:extLst>
              <a:ext uri="{FF2B5EF4-FFF2-40B4-BE49-F238E27FC236}">
                <a16:creationId xmlns:a16="http://schemas.microsoft.com/office/drawing/2014/main" id="{436C17B3-6D59-4C23-930A-BB062B78C45C}"/>
              </a:ext>
            </a:extLst>
          </p:cNvPr>
          <p:cNvSpPr>
            <a:spLocks noGrp="1"/>
          </p:cNvSpPr>
          <p:nvPr>
            <p:ph type="pic" sz="quarter" idx="19"/>
          </p:nvPr>
        </p:nvSpPr>
        <p:spPr>
          <a:xfrm>
            <a:off x="6096000" y="3419475"/>
            <a:ext cx="6096000" cy="3438525"/>
          </a:xfrm>
          <a:custGeom>
            <a:avLst/>
            <a:gdLst>
              <a:gd name="connsiteX0" fmla="*/ 0 w 5383752"/>
              <a:gd name="connsiteY0" fmla="*/ 0 h 3471423"/>
              <a:gd name="connsiteX1" fmla="*/ 5383752 w 5383752"/>
              <a:gd name="connsiteY1" fmla="*/ 0 h 3471423"/>
              <a:gd name="connsiteX2" fmla="*/ 5383752 w 5383752"/>
              <a:gd name="connsiteY2" fmla="*/ 3471423 h 3471423"/>
              <a:gd name="connsiteX3" fmla="*/ 0 w 5383752"/>
              <a:gd name="connsiteY3" fmla="*/ 3471423 h 3471423"/>
            </a:gdLst>
            <a:ahLst/>
            <a:cxnLst>
              <a:cxn ang="0">
                <a:pos x="connsiteX0" y="connsiteY0"/>
              </a:cxn>
              <a:cxn ang="0">
                <a:pos x="connsiteX1" y="connsiteY1"/>
              </a:cxn>
              <a:cxn ang="0">
                <a:pos x="connsiteX2" y="connsiteY2"/>
              </a:cxn>
              <a:cxn ang="0">
                <a:pos x="connsiteX3" y="connsiteY3"/>
              </a:cxn>
            </a:cxnLst>
            <a:rect l="l" t="t" r="r" b="b"/>
            <a:pathLst>
              <a:path w="5383752" h="3471423">
                <a:moveTo>
                  <a:pt x="0" y="0"/>
                </a:moveTo>
                <a:lnTo>
                  <a:pt x="5383752" y="0"/>
                </a:lnTo>
                <a:lnTo>
                  <a:pt x="5383752" y="3471423"/>
                </a:lnTo>
                <a:lnTo>
                  <a:pt x="0" y="3471423"/>
                </a:lnTo>
                <a:close/>
              </a:path>
            </a:pathLst>
          </a:custGeom>
          <a:solidFill>
            <a:schemeClr val="tx1">
              <a:lumMod val="10000"/>
              <a:lumOff val="90000"/>
            </a:schemeClr>
          </a:solidFill>
        </p:spPr>
        <p:txBody>
          <a:bodyPr wrap="square" bIns="274320" anchor="b">
            <a:noAutofit/>
          </a:bodyPr>
          <a:lstStyle>
            <a:lvl1pPr marL="0" indent="0" algn="ctr">
              <a:buNone/>
              <a:defRPr sz="1400">
                <a:solidFill>
                  <a:schemeClr val="bg1">
                    <a:lumMod val="65000"/>
                  </a:schemeClr>
                </a:solidFill>
              </a:defRPr>
            </a:lvl1pPr>
          </a:lstStyle>
          <a:p>
            <a:endParaRPr lang="en-US" dirty="0"/>
          </a:p>
        </p:txBody>
      </p:sp>
    </p:spTree>
    <p:extLst>
      <p:ext uri="{BB962C8B-B14F-4D97-AF65-F5344CB8AC3E}">
        <p14:creationId xmlns:p14="http://schemas.microsoft.com/office/powerpoint/2010/main" val="34877081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D6906F8-8943-4CFD-BCAD-67F322D59EA8}" type="datetimeFigureOut">
              <a:rPr lang="en-US" smtClean="0"/>
              <a:t>5/6/2022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F4C79-332E-4DB0-BEB2-159AFAC1F792}" type="slidenum">
              <a:rPr lang="en-US" smtClean="0"/>
              <a:t>‹#›</a:t>
            </a:fld>
            <a:endParaRPr lang="en-US"/>
          </a:p>
        </p:txBody>
      </p:sp>
    </p:spTree>
    <p:extLst>
      <p:ext uri="{BB962C8B-B14F-4D97-AF65-F5344CB8AC3E}">
        <p14:creationId xmlns:p14="http://schemas.microsoft.com/office/powerpoint/2010/main" val="15605466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176" y="0"/>
            <a:ext cx="12192000" cy="6910086"/>
          </a:xfrm>
          <a:prstGeom prst="rect">
            <a:avLst/>
          </a:prstGeom>
        </p:spPr>
      </p:pic>
      <p:sp>
        <p:nvSpPr>
          <p:cNvPr id="16" name="Freeform 14">
            <a:extLst>
              <a:ext uri="{FF2B5EF4-FFF2-40B4-BE49-F238E27FC236}">
                <a16:creationId xmlns:a16="http://schemas.microsoft.com/office/drawing/2014/main" id="{069338EB-EE88-456B-B2BE-D052A120E335}"/>
              </a:ext>
            </a:extLst>
          </p:cNvPr>
          <p:cNvSpPr/>
          <p:nvPr/>
        </p:nvSpPr>
        <p:spPr>
          <a:xfrm>
            <a:off x="12582" y="-59552"/>
            <a:ext cx="3645017" cy="6155202"/>
          </a:xfrm>
          <a:custGeom>
            <a:avLst/>
            <a:gdLst>
              <a:gd name="connsiteX0" fmla="*/ 0 w 2506339"/>
              <a:gd name="connsiteY0" fmla="*/ 0 h 4581303"/>
              <a:gd name="connsiteX1" fmla="*/ 2506339 w 2506339"/>
              <a:gd name="connsiteY1" fmla="*/ 0 h 4581303"/>
              <a:gd name="connsiteX2" fmla="*/ 0 w 2506339"/>
              <a:gd name="connsiteY2" fmla="*/ 4581303 h 4581303"/>
            </a:gdLst>
            <a:ahLst/>
            <a:cxnLst>
              <a:cxn ang="0">
                <a:pos x="connsiteX0" y="connsiteY0"/>
              </a:cxn>
              <a:cxn ang="0">
                <a:pos x="connsiteX1" y="connsiteY1"/>
              </a:cxn>
              <a:cxn ang="0">
                <a:pos x="connsiteX2" y="connsiteY2"/>
              </a:cxn>
            </a:cxnLst>
            <a:rect l="l" t="t" r="r" b="b"/>
            <a:pathLst>
              <a:path w="2506339" h="4581303">
                <a:moveTo>
                  <a:pt x="0" y="0"/>
                </a:moveTo>
                <a:lnTo>
                  <a:pt x="2506339" y="0"/>
                </a:lnTo>
                <a:lnTo>
                  <a:pt x="0" y="4581303"/>
                </a:lnTo>
                <a:close/>
              </a:path>
            </a:pathLst>
          </a:custGeom>
          <a:solidFill>
            <a:schemeClr val="bg1">
              <a:lumMod val="8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19" name="Picture 18">
            <a:extLst>
              <a:ext uri="{FF2B5EF4-FFF2-40B4-BE49-F238E27FC236}">
                <a16:creationId xmlns:a16="http://schemas.microsoft.com/office/drawing/2014/main" id="{169BCD73-E5F1-418B-8915-18D132C702B7}"/>
              </a:ext>
            </a:extLst>
          </p:cNvPr>
          <p:cNvPicPr>
            <a:picLocks noChangeAspect="1"/>
          </p:cNvPicPr>
          <p:nvPr/>
        </p:nvPicPr>
        <p:blipFill rotWithShape="1">
          <a:blip r:embed="rId3"/>
          <a:srcRect r="42011"/>
          <a:stretch/>
        </p:blipFill>
        <p:spPr>
          <a:xfrm>
            <a:off x="7345069" y="0"/>
            <a:ext cx="4874107" cy="6858000"/>
          </a:xfrm>
          <a:prstGeom prst="rect">
            <a:avLst/>
          </a:prstGeom>
        </p:spPr>
      </p:pic>
      <p:sp>
        <p:nvSpPr>
          <p:cNvPr id="20" name="TextBox 19"/>
          <p:cNvSpPr txBox="1"/>
          <p:nvPr/>
        </p:nvSpPr>
        <p:spPr>
          <a:xfrm>
            <a:off x="3309575" y="393539"/>
            <a:ext cx="7778972" cy="830997"/>
          </a:xfrm>
          <a:prstGeom prst="rect">
            <a:avLst/>
          </a:prstGeom>
          <a:noFill/>
        </p:spPr>
        <p:txBody>
          <a:bodyPr wrap="square" rtlCol="0">
            <a:spAutoFit/>
          </a:bodyPr>
          <a:lstStyle/>
          <a:p>
            <a:pPr lvl="0"/>
            <a:r>
              <a:rPr lang="en-US" sz="2400" b="1">
                <a:solidFill>
                  <a:schemeClr val="bg1"/>
                </a:solidFill>
                <a:latin typeface="Times New Roman" panose="02020603050405020304" pitchFamily="18" charset="0"/>
                <a:cs typeface="Times New Roman" panose="02020603050405020304" pitchFamily="18" charset="0"/>
              </a:rPr>
              <a:t>TRIỂN KHAI ERP - PHÂN HỆ CHẤM CÔNG – TIỀN LƯƠNG CHO CHO CÔNG TY TNHH QUICORNAC </a:t>
            </a:r>
          </a:p>
        </p:txBody>
      </p:sp>
      <p:sp>
        <p:nvSpPr>
          <p:cNvPr id="21" name="TextBox 20">
            <a:extLst>
              <a:ext uri="{FF2B5EF4-FFF2-40B4-BE49-F238E27FC236}">
                <a16:creationId xmlns:a16="http://schemas.microsoft.com/office/drawing/2014/main" id="{2C36362D-5DB7-4DFD-BCCD-6AA3551DD481}"/>
              </a:ext>
            </a:extLst>
          </p:cNvPr>
          <p:cNvSpPr txBox="1"/>
          <p:nvPr/>
        </p:nvSpPr>
        <p:spPr>
          <a:xfrm>
            <a:off x="261622" y="481450"/>
            <a:ext cx="2506339" cy="923330"/>
          </a:xfrm>
          <a:prstGeom prst="rect">
            <a:avLst/>
          </a:prstGeom>
          <a:noFill/>
        </p:spPr>
        <p:txBody>
          <a:bodyPr wrap="square" rtlCol="0">
            <a:spAutoFit/>
          </a:bodyPr>
          <a:lstStyle/>
          <a:p>
            <a:pPr defTabSz="914127">
              <a:spcAft>
                <a:spcPts val="1200"/>
              </a:spcAft>
            </a:pPr>
            <a:r>
              <a:rPr lang="en-US" sz="2200" b="1" dirty="0" err="1">
                <a:solidFill>
                  <a:srgbClr val="C00000"/>
                </a:solidFill>
                <a:latin typeface="Times New Roman" panose="02020603050405020304" pitchFamily="18" charset="0"/>
                <a:cs typeface="Times New Roman" panose="02020603050405020304" pitchFamily="18" charset="0"/>
              </a:rPr>
              <a:t>BÁO</a:t>
            </a:r>
            <a:r>
              <a:rPr lang="en-US" sz="2200" b="1" dirty="0">
                <a:solidFill>
                  <a:srgbClr val="C00000"/>
                </a:solidFill>
                <a:latin typeface="Times New Roman" panose="02020603050405020304" pitchFamily="18" charset="0"/>
                <a:cs typeface="Times New Roman" panose="02020603050405020304" pitchFamily="18" charset="0"/>
              </a:rPr>
              <a:t> </a:t>
            </a:r>
            <a:r>
              <a:rPr lang="en-US" sz="2200" b="1" dirty="0" err="1">
                <a:solidFill>
                  <a:srgbClr val="C00000"/>
                </a:solidFill>
                <a:latin typeface="Times New Roman" panose="02020603050405020304" pitchFamily="18" charset="0"/>
                <a:cs typeface="Times New Roman" panose="02020603050405020304" pitchFamily="18" charset="0"/>
              </a:rPr>
              <a:t>CÁO</a:t>
            </a:r>
            <a:r>
              <a:rPr lang="en-US" sz="2200" b="1" dirty="0">
                <a:solidFill>
                  <a:srgbClr val="C00000"/>
                </a:solidFill>
                <a:latin typeface="Times New Roman" panose="02020603050405020304" pitchFamily="18" charset="0"/>
                <a:cs typeface="Times New Roman" panose="02020603050405020304" pitchFamily="18" charset="0"/>
              </a:rPr>
              <a:t> </a:t>
            </a:r>
          </a:p>
          <a:p>
            <a:pPr defTabSz="914127">
              <a:spcAft>
                <a:spcPts val="1200"/>
              </a:spcAft>
            </a:pPr>
            <a:r>
              <a:rPr lang="en-US" sz="2200" b="1" dirty="0" err="1">
                <a:solidFill>
                  <a:srgbClr val="C00000"/>
                </a:solidFill>
                <a:latin typeface="Times New Roman" panose="02020603050405020304" pitchFamily="18" charset="0"/>
                <a:cs typeface="Times New Roman" panose="02020603050405020304" pitchFamily="18" charset="0"/>
              </a:rPr>
              <a:t>TỐT</a:t>
            </a:r>
            <a:r>
              <a:rPr lang="en-US" sz="2200" b="1" dirty="0">
                <a:solidFill>
                  <a:srgbClr val="C00000"/>
                </a:solidFill>
                <a:latin typeface="Times New Roman" panose="02020603050405020304" pitchFamily="18" charset="0"/>
                <a:cs typeface="Times New Roman" panose="02020603050405020304" pitchFamily="18" charset="0"/>
              </a:rPr>
              <a:t> </a:t>
            </a:r>
            <a:r>
              <a:rPr lang="en-US" sz="2200" b="1" dirty="0" err="1">
                <a:solidFill>
                  <a:srgbClr val="C00000"/>
                </a:solidFill>
                <a:latin typeface="Times New Roman" panose="02020603050405020304" pitchFamily="18" charset="0"/>
                <a:cs typeface="Times New Roman" panose="02020603050405020304" pitchFamily="18" charset="0"/>
              </a:rPr>
              <a:t>NGHIỆP</a:t>
            </a:r>
            <a:endParaRPr lang="en-US" sz="2200" b="1" dirty="0">
              <a:solidFill>
                <a:srgbClr val="C00000"/>
              </a:solidFill>
              <a:latin typeface="Times New Roman" panose="02020603050405020304" pitchFamily="18" charset="0"/>
              <a:cs typeface="Times New Roman" panose="02020603050405020304" pitchFamily="18" charset="0"/>
            </a:endParaRPr>
          </a:p>
        </p:txBody>
      </p:sp>
      <p:sp>
        <p:nvSpPr>
          <p:cNvPr id="22" name="TextBox 21">
            <a:extLst>
              <a:ext uri="{FF2B5EF4-FFF2-40B4-BE49-F238E27FC236}">
                <a16:creationId xmlns:a16="http://schemas.microsoft.com/office/drawing/2014/main" id="{D9CAECAE-782A-482E-A9A1-E3FDFD555C7D}"/>
              </a:ext>
            </a:extLst>
          </p:cNvPr>
          <p:cNvSpPr txBox="1"/>
          <p:nvPr/>
        </p:nvSpPr>
        <p:spPr>
          <a:xfrm>
            <a:off x="8398048" y="5233876"/>
            <a:ext cx="4478174" cy="861774"/>
          </a:xfrm>
          <a:prstGeom prst="rect">
            <a:avLst/>
          </a:prstGeom>
          <a:noFill/>
        </p:spPr>
        <p:txBody>
          <a:bodyPr wrap="square" rtlCol="0">
            <a:spAutoFit/>
          </a:bodyPr>
          <a:lstStyle/>
          <a:p>
            <a:pPr defTabSz="914127">
              <a:spcAft>
                <a:spcPts val="1200"/>
              </a:spcAft>
            </a:pPr>
            <a:r>
              <a:rPr lang="en-US" sz="1900" b="1" dirty="0" err="1">
                <a:solidFill>
                  <a:srgbClr val="C00000"/>
                </a:solidFill>
                <a:latin typeface="Times New Roman" panose="02020603050405020304" pitchFamily="18" charset="0"/>
                <a:cs typeface="Times New Roman" panose="02020603050405020304" pitchFamily="18" charset="0"/>
              </a:rPr>
              <a:t>SVTH</a:t>
            </a:r>
            <a:r>
              <a:rPr lang="en-US" sz="1900" b="1">
                <a:solidFill>
                  <a:srgbClr val="C00000"/>
                </a:solidFill>
                <a:latin typeface="Times New Roman" panose="02020603050405020304" pitchFamily="18" charset="0"/>
                <a:cs typeface="Times New Roman" panose="02020603050405020304" pitchFamily="18" charset="0"/>
              </a:rPr>
              <a:t>: </a:t>
            </a:r>
            <a:r>
              <a:rPr lang="en-US" sz="1900" b="1" smtClean="0">
                <a:solidFill>
                  <a:srgbClr val="C00000"/>
                </a:solidFill>
                <a:latin typeface="Times New Roman" panose="02020603050405020304" pitchFamily="18" charset="0"/>
                <a:cs typeface="Times New Roman" panose="02020603050405020304" pitchFamily="18" charset="0"/>
              </a:rPr>
              <a:t>Đoàn Thị Vũ Sa</a:t>
            </a:r>
            <a:endParaRPr lang="en-US" sz="1900" b="1" dirty="0">
              <a:solidFill>
                <a:srgbClr val="C00000"/>
              </a:solidFill>
              <a:latin typeface="Times New Roman" panose="02020603050405020304" pitchFamily="18" charset="0"/>
              <a:cs typeface="Times New Roman" panose="02020603050405020304" pitchFamily="18" charset="0"/>
            </a:endParaRPr>
          </a:p>
          <a:p>
            <a:pPr defTabSz="914127">
              <a:spcAft>
                <a:spcPts val="1200"/>
              </a:spcAft>
            </a:pPr>
            <a:r>
              <a:rPr lang="en-US" sz="1900" b="1" dirty="0">
                <a:solidFill>
                  <a:srgbClr val="C00000"/>
                </a:solidFill>
                <a:latin typeface="Times New Roman" panose="02020603050405020304" pitchFamily="18" charset="0"/>
                <a:cs typeface="Times New Roman" panose="02020603050405020304" pitchFamily="18" charset="0"/>
              </a:rPr>
              <a:t>GVHD: </a:t>
            </a:r>
            <a:r>
              <a:rPr lang="en-US" sz="1900" b="1" dirty="0" err="1">
                <a:solidFill>
                  <a:srgbClr val="C00000"/>
                </a:solidFill>
                <a:latin typeface="Times New Roman" panose="02020603050405020304" pitchFamily="18" charset="0"/>
                <a:cs typeface="Times New Roman" panose="02020603050405020304" pitchFamily="18" charset="0"/>
              </a:rPr>
              <a:t>Th.S</a:t>
            </a:r>
            <a:r>
              <a:rPr lang="en-US" sz="1900" b="1" dirty="0">
                <a:solidFill>
                  <a:srgbClr val="C00000"/>
                </a:solidFill>
                <a:latin typeface="Times New Roman" panose="02020603050405020304" pitchFamily="18" charset="0"/>
                <a:cs typeface="Times New Roman" panose="02020603050405020304" pitchFamily="18" charset="0"/>
              </a:rPr>
              <a:t> Cao Thị </a:t>
            </a:r>
            <a:r>
              <a:rPr lang="en-US" sz="1900" b="1" dirty="0" err="1">
                <a:solidFill>
                  <a:srgbClr val="C00000"/>
                </a:solidFill>
                <a:latin typeface="Times New Roman" panose="02020603050405020304" pitchFamily="18" charset="0"/>
                <a:cs typeface="Times New Roman" panose="02020603050405020304" pitchFamily="18" charset="0"/>
              </a:rPr>
              <a:t>Nhâm</a:t>
            </a:r>
            <a:endParaRPr lang="en-US" sz="1900" b="1" dirty="0">
              <a:solidFill>
                <a:srgbClr val="C00000"/>
              </a:solidFill>
              <a:latin typeface="Times New Roman" panose="02020603050405020304" pitchFamily="18" charset="0"/>
              <a:cs typeface="Times New Roman" panose="02020603050405020304" pitchFamily="18" charset="0"/>
            </a:endParaRPr>
          </a:p>
        </p:txBody>
      </p:sp>
      <p:sp>
        <p:nvSpPr>
          <p:cNvPr id="23" name="TextBox 22"/>
          <p:cNvSpPr txBox="1"/>
          <p:nvPr/>
        </p:nvSpPr>
        <p:spPr>
          <a:xfrm>
            <a:off x="8109677" y="6382131"/>
            <a:ext cx="2743199" cy="369332"/>
          </a:xfrm>
          <a:prstGeom prst="rect">
            <a:avLst/>
          </a:prstGeom>
          <a:noFill/>
        </p:spPr>
        <p:txBody>
          <a:bodyPr wrap="square" rtlCol="0">
            <a:spAutoFit/>
          </a:bodyPr>
          <a:lstStyle/>
          <a:p>
            <a:r>
              <a:rPr lang="en-US" b="1" smtClean="0">
                <a:solidFill>
                  <a:srgbClr val="C00000"/>
                </a:solidFill>
                <a:latin typeface="Times New Roman" panose="02020603050405020304" pitchFamily="18" charset="0"/>
                <a:cs typeface="Times New Roman" panose="02020603050405020304" pitchFamily="18" charset="0"/>
              </a:rPr>
              <a:t>Đà Nẵng, Tháng 6/2022</a:t>
            </a:r>
            <a:endParaRPr lang="en-US" b="1">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422430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a:extLst>
              <a:ext uri="{FF2B5EF4-FFF2-40B4-BE49-F238E27FC236}">
                <a16:creationId xmlns:a16="http://schemas.microsoft.com/office/drawing/2014/main" id="{82C8452D-AB07-4C50-92FA-F1EF742204BD}"/>
              </a:ext>
            </a:extLst>
          </p:cNvPr>
          <p:cNvPicPr>
            <a:picLocks noGrp="1" noChangeAspect="1"/>
          </p:cNvPicPr>
          <p:nvPr>
            <p:ph type="pic" sz="quarter" idx="14"/>
          </p:nvPr>
        </p:nvPicPr>
        <p:blipFill>
          <a:blip r:embed="rId2"/>
          <a:srcRect t="22727" b="22727"/>
          <a:stretch>
            <a:fillRect/>
          </a:stretch>
        </p:blipFill>
        <p:spPr>
          <a:xfrm>
            <a:off x="6777" y="-9498"/>
            <a:ext cx="12192000" cy="4114801"/>
          </a:xfrm>
          <a:prstGeom prst="rect">
            <a:avLst/>
          </a:prstGeom>
        </p:spPr>
      </p:pic>
      <p:sp>
        <p:nvSpPr>
          <p:cNvPr id="8" name="Rounded Rectangle 7">
            <a:extLst>
              <a:ext uri="{FF2B5EF4-FFF2-40B4-BE49-F238E27FC236}">
                <a16:creationId xmlns:a16="http://schemas.microsoft.com/office/drawing/2014/main" id="{3C3C4928-7587-4534-9F7F-1239656FF5A4}"/>
              </a:ext>
            </a:extLst>
          </p:cNvPr>
          <p:cNvSpPr/>
          <p:nvPr/>
        </p:nvSpPr>
        <p:spPr>
          <a:xfrm rot="2700000">
            <a:off x="637385" y="3399052"/>
            <a:ext cx="1429910" cy="1429910"/>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c</a:t>
            </a:r>
            <a:endParaRPr lang="en-US" dirty="0"/>
          </a:p>
        </p:txBody>
      </p:sp>
      <p:sp>
        <p:nvSpPr>
          <p:cNvPr id="9" name="Freeform 15">
            <a:extLst>
              <a:ext uri="{FF2B5EF4-FFF2-40B4-BE49-F238E27FC236}">
                <a16:creationId xmlns:a16="http://schemas.microsoft.com/office/drawing/2014/main" id="{1A649DF9-648E-45E1-8896-74C5333189E1}"/>
              </a:ext>
            </a:extLst>
          </p:cNvPr>
          <p:cNvSpPr>
            <a:spLocks noEditPoints="1"/>
          </p:cNvSpPr>
          <p:nvPr/>
        </p:nvSpPr>
        <p:spPr bwMode="auto">
          <a:xfrm>
            <a:off x="1036307" y="3876984"/>
            <a:ext cx="632066" cy="474046"/>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Rounded Rectangle 10">
            <a:extLst>
              <a:ext uri="{FF2B5EF4-FFF2-40B4-BE49-F238E27FC236}">
                <a16:creationId xmlns:a16="http://schemas.microsoft.com/office/drawing/2014/main" id="{6A6B288F-7012-4EF9-BACE-DDBE24602E40}"/>
              </a:ext>
            </a:extLst>
          </p:cNvPr>
          <p:cNvSpPr/>
          <p:nvPr/>
        </p:nvSpPr>
        <p:spPr>
          <a:xfrm rot="2700000">
            <a:off x="2998075" y="3390348"/>
            <a:ext cx="1429910" cy="1429910"/>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accent2"/>
                </a:solidFill>
              </a:ln>
            </a:endParaRPr>
          </a:p>
        </p:txBody>
      </p:sp>
      <p:sp>
        <p:nvSpPr>
          <p:cNvPr id="12" name="Freeform 23">
            <a:extLst>
              <a:ext uri="{FF2B5EF4-FFF2-40B4-BE49-F238E27FC236}">
                <a16:creationId xmlns:a16="http://schemas.microsoft.com/office/drawing/2014/main" id="{B0EB59D1-9B5C-422C-A78D-65B3A7827F5E}"/>
              </a:ext>
            </a:extLst>
          </p:cNvPr>
          <p:cNvSpPr>
            <a:spLocks noEditPoints="1"/>
          </p:cNvSpPr>
          <p:nvPr/>
        </p:nvSpPr>
        <p:spPr bwMode="auto">
          <a:xfrm>
            <a:off x="3455313" y="3828776"/>
            <a:ext cx="515435" cy="553054"/>
          </a:xfrm>
          <a:custGeom>
            <a:avLst/>
            <a:gdLst/>
            <a:ahLst/>
            <a:cxnLst>
              <a:cxn ang="0">
                <a:pos x="58" y="68"/>
              </a:cxn>
              <a:cxn ang="0">
                <a:pos x="0" y="63"/>
              </a:cxn>
              <a:cxn ang="0">
                <a:pos x="5" y="0"/>
              </a:cxn>
              <a:cxn ang="0">
                <a:pos x="63" y="5"/>
              </a:cxn>
              <a:cxn ang="0">
                <a:pos x="58" y="7"/>
              </a:cxn>
              <a:cxn ang="0">
                <a:pos x="7" y="5"/>
              </a:cxn>
              <a:cxn ang="0">
                <a:pos x="5" y="17"/>
              </a:cxn>
              <a:cxn ang="0">
                <a:pos x="56" y="19"/>
              </a:cxn>
              <a:cxn ang="0">
                <a:pos x="58" y="7"/>
              </a:cxn>
              <a:cxn ang="0">
                <a:pos x="5" y="29"/>
              </a:cxn>
              <a:cxn ang="0">
                <a:pos x="14" y="29"/>
              </a:cxn>
              <a:cxn ang="0">
                <a:pos x="9" y="39"/>
              </a:cxn>
              <a:cxn ang="0">
                <a:pos x="9" y="48"/>
              </a:cxn>
              <a:cxn ang="0">
                <a:pos x="9" y="39"/>
              </a:cxn>
              <a:cxn ang="0">
                <a:pos x="5" y="58"/>
              </a:cxn>
              <a:cxn ang="0">
                <a:pos x="14" y="58"/>
              </a:cxn>
              <a:cxn ang="0">
                <a:pos x="24" y="24"/>
              </a:cxn>
              <a:cxn ang="0">
                <a:pos x="24" y="34"/>
              </a:cxn>
              <a:cxn ang="0">
                <a:pos x="24" y="24"/>
              </a:cxn>
              <a:cxn ang="0">
                <a:pos x="19" y="43"/>
              </a:cxn>
              <a:cxn ang="0">
                <a:pos x="29" y="43"/>
              </a:cxn>
              <a:cxn ang="0">
                <a:pos x="24" y="53"/>
              </a:cxn>
              <a:cxn ang="0">
                <a:pos x="24" y="63"/>
              </a:cxn>
              <a:cxn ang="0">
                <a:pos x="24" y="53"/>
              </a:cxn>
              <a:cxn ang="0">
                <a:pos x="34" y="29"/>
              </a:cxn>
              <a:cxn ang="0">
                <a:pos x="43" y="29"/>
              </a:cxn>
              <a:cxn ang="0">
                <a:pos x="39" y="39"/>
              </a:cxn>
              <a:cxn ang="0">
                <a:pos x="39" y="48"/>
              </a:cxn>
              <a:cxn ang="0">
                <a:pos x="39" y="39"/>
              </a:cxn>
              <a:cxn ang="0">
                <a:pos x="34" y="58"/>
              </a:cxn>
              <a:cxn ang="0">
                <a:pos x="43" y="58"/>
              </a:cxn>
              <a:cxn ang="0">
                <a:pos x="53" y="24"/>
              </a:cxn>
              <a:cxn ang="0">
                <a:pos x="53" y="34"/>
              </a:cxn>
              <a:cxn ang="0">
                <a:pos x="53" y="24"/>
              </a:cxn>
              <a:cxn ang="0">
                <a:pos x="53" y="39"/>
              </a:cxn>
              <a:cxn ang="0">
                <a:pos x="48" y="58"/>
              </a:cxn>
              <a:cxn ang="0">
                <a:pos x="58" y="58"/>
              </a:cxn>
            </a:cxnLst>
            <a:rect l="0" t="0" r="r" b="b"/>
            <a:pathLst>
              <a:path w="63" h="68">
                <a:moveTo>
                  <a:pt x="63" y="63"/>
                </a:moveTo>
                <a:cubicBezTo>
                  <a:pt x="63" y="66"/>
                  <a:pt x="61" y="68"/>
                  <a:pt x="58" y="68"/>
                </a:cubicBezTo>
                <a:cubicBezTo>
                  <a:pt x="5" y="68"/>
                  <a:pt x="5" y="68"/>
                  <a:pt x="5" y="68"/>
                </a:cubicBezTo>
                <a:cubicBezTo>
                  <a:pt x="2" y="68"/>
                  <a:pt x="0" y="66"/>
                  <a:pt x="0" y="63"/>
                </a:cubicBezTo>
                <a:cubicBezTo>
                  <a:pt x="0" y="5"/>
                  <a:pt x="0" y="5"/>
                  <a:pt x="0" y="5"/>
                </a:cubicBezTo>
                <a:cubicBezTo>
                  <a:pt x="0" y="2"/>
                  <a:pt x="2" y="0"/>
                  <a:pt x="5" y="0"/>
                </a:cubicBezTo>
                <a:cubicBezTo>
                  <a:pt x="58" y="0"/>
                  <a:pt x="58" y="0"/>
                  <a:pt x="58" y="0"/>
                </a:cubicBezTo>
                <a:cubicBezTo>
                  <a:pt x="61" y="0"/>
                  <a:pt x="63" y="2"/>
                  <a:pt x="63" y="5"/>
                </a:cubicBezTo>
                <a:lnTo>
                  <a:pt x="63" y="63"/>
                </a:lnTo>
                <a:close/>
                <a:moveTo>
                  <a:pt x="58" y="7"/>
                </a:moveTo>
                <a:cubicBezTo>
                  <a:pt x="58" y="6"/>
                  <a:pt x="57" y="5"/>
                  <a:pt x="56" y="5"/>
                </a:cubicBezTo>
                <a:cubicBezTo>
                  <a:pt x="7" y="5"/>
                  <a:pt x="7" y="5"/>
                  <a:pt x="7" y="5"/>
                </a:cubicBezTo>
                <a:cubicBezTo>
                  <a:pt x="6" y="5"/>
                  <a:pt x="5" y="6"/>
                  <a:pt x="5" y="7"/>
                </a:cubicBezTo>
                <a:cubicBezTo>
                  <a:pt x="5" y="17"/>
                  <a:pt x="5" y="17"/>
                  <a:pt x="5" y="17"/>
                </a:cubicBezTo>
                <a:cubicBezTo>
                  <a:pt x="5" y="18"/>
                  <a:pt x="6" y="19"/>
                  <a:pt x="7" y="19"/>
                </a:cubicBezTo>
                <a:cubicBezTo>
                  <a:pt x="56" y="19"/>
                  <a:pt x="56" y="19"/>
                  <a:pt x="56" y="19"/>
                </a:cubicBezTo>
                <a:cubicBezTo>
                  <a:pt x="57" y="19"/>
                  <a:pt x="58" y="18"/>
                  <a:pt x="58" y="17"/>
                </a:cubicBezTo>
                <a:lnTo>
                  <a:pt x="58" y="7"/>
                </a:lnTo>
                <a:close/>
                <a:moveTo>
                  <a:pt x="9" y="24"/>
                </a:moveTo>
                <a:cubicBezTo>
                  <a:pt x="7" y="24"/>
                  <a:pt x="5" y="26"/>
                  <a:pt x="5" y="29"/>
                </a:cubicBezTo>
                <a:cubicBezTo>
                  <a:pt x="5" y="32"/>
                  <a:pt x="7" y="34"/>
                  <a:pt x="9" y="34"/>
                </a:cubicBezTo>
                <a:cubicBezTo>
                  <a:pt x="12" y="34"/>
                  <a:pt x="14" y="32"/>
                  <a:pt x="14" y="29"/>
                </a:cubicBezTo>
                <a:cubicBezTo>
                  <a:pt x="14" y="26"/>
                  <a:pt x="12" y="24"/>
                  <a:pt x="9" y="24"/>
                </a:cubicBezTo>
                <a:close/>
                <a:moveTo>
                  <a:pt x="9" y="39"/>
                </a:moveTo>
                <a:cubicBezTo>
                  <a:pt x="7" y="39"/>
                  <a:pt x="5" y="41"/>
                  <a:pt x="5" y="43"/>
                </a:cubicBezTo>
                <a:cubicBezTo>
                  <a:pt x="5" y="46"/>
                  <a:pt x="7" y="48"/>
                  <a:pt x="9" y="48"/>
                </a:cubicBezTo>
                <a:cubicBezTo>
                  <a:pt x="12" y="48"/>
                  <a:pt x="14" y="46"/>
                  <a:pt x="14" y="43"/>
                </a:cubicBezTo>
                <a:cubicBezTo>
                  <a:pt x="14" y="41"/>
                  <a:pt x="12" y="39"/>
                  <a:pt x="9" y="39"/>
                </a:cubicBezTo>
                <a:close/>
                <a:moveTo>
                  <a:pt x="9" y="53"/>
                </a:moveTo>
                <a:cubicBezTo>
                  <a:pt x="7" y="53"/>
                  <a:pt x="5" y="55"/>
                  <a:pt x="5" y="58"/>
                </a:cubicBezTo>
                <a:cubicBezTo>
                  <a:pt x="5" y="61"/>
                  <a:pt x="7" y="63"/>
                  <a:pt x="9" y="63"/>
                </a:cubicBezTo>
                <a:cubicBezTo>
                  <a:pt x="12" y="63"/>
                  <a:pt x="14" y="61"/>
                  <a:pt x="14" y="58"/>
                </a:cubicBezTo>
                <a:cubicBezTo>
                  <a:pt x="14" y="55"/>
                  <a:pt x="12" y="53"/>
                  <a:pt x="9" y="53"/>
                </a:cubicBezTo>
                <a:close/>
                <a:moveTo>
                  <a:pt x="24" y="24"/>
                </a:moveTo>
                <a:cubicBezTo>
                  <a:pt x="21" y="24"/>
                  <a:pt x="19" y="26"/>
                  <a:pt x="19" y="29"/>
                </a:cubicBezTo>
                <a:cubicBezTo>
                  <a:pt x="19" y="32"/>
                  <a:pt x="21" y="34"/>
                  <a:pt x="24" y="34"/>
                </a:cubicBezTo>
                <a:cubicBezTo>
                  <a:pt x="27" y="34"/>
                  <a:pt x="29" y="32"/>
                  <a:pt x="29" y="29"/>
                </a:cubicBezTo>
                <a:cubicBezTo>
                  <a:pt x="29" y="26"/>
                  <a:pt x="27" y="24"/>
                  <a:pt x="24" y="24"/>
                </a:cubicBezTo>
                <a:close/>
                <a:moveTo>
                  <a:pt x="24" y="39"/>
                </a:moveTo>
                <a:cubicBezTo>
                  <a:pt x="21" y="39"/>
                  <a:pt x="19" y="41"/>
                  <a:pt x="19" y="43"/>
                </a:cubicBezTo>
                <a:cubicBezTo>
                  <a:pt x="19" y="46"/>
                  <a:pt x="21" y="48"/>
                  <a:pt x="24" y="48"/>
                </a:cubicBezTo>
                <a:cubicBezTo>
                  <a:pt x="27" y="48"/>
                  <a:pt x="29" y="46"/>
                  <a:pt x="29" y="43"/>
                </a:cubicBezTo>
                <a:cubicBezTo>
                  <a:pt x="29" y="41"/>
                  <a:pt x="27" y="39"/>
                  <a:pt x="24" y="39"/>
                </a:cubicBezTo>
                <a:close/>
                <a:moveTo>
                  <a:pt x="24" y="53"/>
                </a:moveTo>
                <a:cubicBezTo>
                  <a:pt x="21" y="53"/>
                  <a:pt x="19" y="55"/>
                  <a:pt x="19" y="58"/>
                </a:cubicBezTo>
                <a:cubicBezTo>
                  <a:pt x="19" y="61"/>
                  <a:pt x="21" y="63"/>
                  <a:pt x="24" y="63"/>
                </a:cubicBezTo>
                <a:cubicBezTo>
                  <a:pt x="27" y="63"/>
                  <a:pt x="29" y="61"/>
                  <a:pt x="29" y="58"/>
                </a:cubicBezTo>
                <a:cubicBezTo>
                  <a:pt x="29" y="55"/>
                  <a:pt x="27" y="53"/>
                  <a:pt x="24" y="53"/>
                </a:cubicBezTo>
                <a:close/>
                <a:moveTo>
                  <a:pt x="39" y="24"/>
                </a:moveTo>
                <a:cubicBezTo>
                  <a:pt x="36" y="24"/>
                  <a:pt x="34" y="26"/>
                  <a:pt x="34" y="29"/>
                </a:cubicBezTo>
                <a:cubicBezTo>
                  <a:pt x="34" y="32"/>
                  <a:pt x="36" y="34"/>
                  <a:pt x="39" y="34"/>
                </a:cubicBezTo>
                <a:cubicBezTo>
                  <a:pt x="41" y="34"/>
                  <a:pt x="43" y="32"/>
                  <a:pt x="43" y="29"/>
                </a:cubicBezTo>
                <a:cubicBezTo>
                  <a:pt x="43" y="26"/>
                  <a:pt x="41" y="24"/>
                  <a:pt x="39" y="24"/>
                </a:cubicBezTo>
                <a:close/>
                <a:moveTo>
                  <a:pt x="39" y="39"/>
                </a:moveTo>
                <a:cubicBezTo>
                  <a:pt x="36" y="39"/>
                  <a:pt x="34" y="41"/>
                  <a:pt x="34" y="43"/>
                </a:cubicBezTo>
                <a:cubicBezTo>
                  <a:pt x="34" y="46"/>
                  <a:pt x="36" y="48"/>
                  <a:pt x="39" y="48"/>
                </a:cubicBezTo>
                <a:cubicBezTo>
                  <a:pt x="41" y="48"/>
                  <a:pt x="43" y="46"/>
                  <a:pt x="43" y="43"/>
                </a:cubicBezTo>
                <a:cubicBezTo>
                  <a:pt x="43" y="41"/>
                  <a:pt x="41" y="39"/>
                  <a:pt x="39" y="39"/>
                </a:cubicBezTo>
                <a:close/>
                <a:moveTo>
                  <a:pt x="39" y="53"/>
                </a:moveTo>
                <a:cubicBezTo>
                  <a:pt x="36" y="53"/>
                  <a:pt x="34" y="55"/>
                  <a:pt x="34" y="58"/>
                </a:cubicBezTo>
                <a:cubicBezTo>
                  <a:pt x="34" y="61"/>
                  <a:pt x="36" y="63"/>
                  <a:pt x="39" y="63"/>
                </a:cubicBezTo>
                <a:cubicBezTo>
                  <a:pt x="41" y="63"/>
                  <a:pt x="43" y="61"/>
                  <a:pt x="43" y="58"/>
                </a:cubicBezTo>
                <a:cubicBezTo>
                  <a:pt x="43" y="55"/>
                  <a:pt x="41" y="53"/>
                  <a:pt x="39" y="53"/>
                </a:cubicBezTo>
                <a:close/>
                <a:moveTo>
                  <a:pt x="53" y="24"/>
                </a:moveTo>
                <a:cubicBezTo>
                  <a:pt x="51" y="24"/>
                  <a:pt x="48" y="26"/>
                  <a:pt x="48" y="29"/>
                </a:cubicBezTo>
                <a:cubicBezTo>
                  <a:pt x="48" y="32"/>
                  <a:pt x="51" y="34"/>
                  <a:pt x="53" y="34"/>
                </a:cubicBezTo>
                <a:cubicBezTo>
                  <a:pt x="56" y="34"/>
                  <a:pt x="58" y="32"/>
                  <a:pt x="58" y="29"/>
                </a:cubicBezTo>
                <a:cubicBezTo>
                  <a:pt x="58" y="26"/>
                  <a:pt x="56" y="24"/>
                  <a:pt x="53" y="24"/>
                </a:cubicBezTo>
                <a:close/>
                <a:moveTo>
                  <a:pt x="58" y="43"/>
                </a:moveTo>
                <a:cubicBezTo>
                  <a:pt x="58" y="41"/>
                  <a:pt x="56" y="39"/>
                  <a:pt x="53" y="39"/>
                </a:cubicBezTo>
                <a:cubicBezTo>
                  <a:pt x="51" y="39"/>
                  <a:pt x="48" y="41"/>
                  <a:pt x="48" y="43"/>
                </a:cubicBezTo>
                <a:cubicBezTo>
                  <a:pt x="48" y="58"/>
                  <a:pt x="48" y="58"/>
                  <a:pt x="48" y="58"/>
                </a:cubicBezTo>
                <a:cubicBezTo>
                  <a:pt x="48" y="61"/>
                  <a:pt x="51" y="63"/>
                  <a:pt x="53" y="63"/>
                </a:cubicBezTo>
                <a:cubicBezTo>
                  <a:pt x="56" y="63"/>
                  <a:pt x="58" y="61"/>
                  <a:pt x="58" y="58"/>
                </a:cubicBezTo>
                <a:lnTo>
                  <a:pt x="58" y="4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6" name="Rounded Rectangle 15">
            <a:extLst>
              <a:ext uri="{FF2B5EF4-FFF2-40B4-BE49-F238E27FC236}">
                <a16:creationId xmlns:a16="http://schemas.microsoft.com/office/drawing/2014/main" id="{13BB2C7B-DD0D-4448-A69C-F2404847FC32}"/>
              </a:ext>
            </a:extLst>
          </p:cNvPr>
          <p:cNvSpPr/>
          <p:nvPr/>
        </p:nvSpPr>
        <p:spPr>
          <a:xfrm rot="2700000">
            <a:off x="5387823" y="3446620"/>
            <a:ext cx="1429910" cy="1429910"/>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99">
            <a:extLst>
              <a:ext uri="{FF2B5EF4-FFF2-40B4-BE49-F238E27FC236}">
                <a16:creationId xmlns:a16="http://schemas.microsoft.com/office/drawing/2014/main" id="{F441F343-AFFC-4871-886B-F322678113AC}"/>
              </a:ext>
            </a:extLst>
          </p:cNvPr>
          <p:cNvSpPr>
            <a:spLocks noEditPoints="1"/>
          </p:cNvSpPr>
          <p:nvPr/>
        </p:nvSpPr>
        <p:spPr bwMode="auto">
          <a:xfrm>
            <a:off x="5826248" y="3901978"/>
            <a:ext cx="553060" cy="519193"/>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19" name="Rounded Rectangle 18">
            <a:extLst>
              <a:ext uri="{FF2B5EF4-FFF2-40B4-BE49-F238E27FC236}">
                <a16:creationId xmlns:a16="http://schemas.microsoft.com/office/drawing/2014/main" id="{28C43F33-8F55-4299-AC94-91FF1F85607A}"/>
              </a:ext>
            </a:extLst>
          </p:cNvPr>
          <p:cNvSpPr/>
          <p:nvPr/>
        </p:nvSpPr>
        <p:spPr>
          <a:xfrm rot="2700000">
            <a:off x="7772332" y="3390348"/>
            <a:ext cx="1429910" cy="1429910"/>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135">
            <a:extLst>
              <a:ext uri="{FF2B5EF4-FFF2-40B4-BE49-F238E27FC236}">
                <a16:creationId xmlns:a16="http://schemas.microsoft.com/office/drawing/2014/main" id="{FC704F00-6A57-4EA8-9BB2-926879EE00A6}"/>
              </a:ext>
            </a:extLst>
          </p:cNvPr>
          <p:cNvSpPr>
            <a:spLocks noEditPoints="1"/>
          </p:cNvSpPr>
          <p:nvPr/>
        </p:nvSpPr>
        <p:spPr bwMode="auto">
          <a:xfrm>
            <a:off x="8190065" y="3826894"/>
            <a:ext cx="594443" cy="556818"/>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2" name="Inhaltsplatzhalter 4">
            <a:extLst>
              <a:ext uri="{FF2B5EF4-FFF2-40B4-BE49-F238E27FC236}">
                <a16:creationId xmlns:a16="http://schemas.microsoft.com/office/drawing/2014/main" id="{51A2D45A-75CF-4B52-AE6E-C4BCD12CB726}"/>
              </a:ext>
            </a:extLst>
          </p:cNvPr>
          <p:cNvSpPr txBox="1">
            <a:spLocks/>
          </p:cNvSpPr>
          <p:nvPr/>
        </p:nvSpPr>
        <p:spPr>
          <a:xfrm>
            <a:off x="196372" y="5198911"/>
            <a:ext cx="2311937" cy="246221"/>
          </a:xfrm>
          <a:prstGeom prst="rect">
            <a:avLst/>
          </a:prstGeom>
        </p:spPr>
        <p:txBody>
          <a:bodyPr wrap="square" lIns="0" tIns="0" rIns="0" bIns="0"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lvl="0" algn="ctr"/>
            <a:r>
              <a:rPr lang="en-US" sz="1600" dirty="0"/>
              <a:t>#1</a:t>
            </a:r>
          </a:p>
        </p:txBody>
      </p:sp>
      <p:sp>
        <p:nvSpPr>
          <p:cNvPr id="23" name="Inhaltsplatzhalter 4">
            <a:extLst>
              <a:ext uri="{FF2B5EF4-FFF2-40B4-BE49-F238E27FC236}">
                <a16:creationId xmlns:a16="http://schemas.microsoft.com/office/drawing/2014/main" id="{FEC4C4EB-A92D-4A75-AE34-D14F138BFACD}"/>
              </a:ext>
            </a:extLst>
          </p:cNvPr>
          <p:cNvSpPr txBox="1">
            <a:spLocks/>
          </p:cNvSpPr>
          <p:nvPr/>
        </p:nvSpPr>
        <p:spPr>
          <a:xfrm>
            <a:off x="617698" y="5576393"/>
            <a:ext cx="1402022" cy="86799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Lý</a:t>
            </a:r>
            <a:r>
              <a:rPr lang="en-US" sz="2000" b="1" dirty="0">
                <a:solidFill>
                  <a:schemeClr val="tx1"/>
                </a:solidFill>
                <a:latin typeface="Times New Roman" panose="02020603050405020304" pitchFamily="18" charset="0"/>
                <a:cs typeface="Times New Roman" panose="02020603050405020304" pitchFamily="18" charset="0"/>
              </a:rPr>
              <a:t> do </a:t>
            </a:r>
            <a:r>
              <a:rPr lang="en-US" sz="2000" b="1" dirty="0" err="1">
                <a:solidFill>
                  <a:schemeClr val="tx1"/>
                </a:solidFill>
                <a:latin typeface="Times New Roman" panose="02020603050405020304" pitchFamily="18" charset="0"/>
                <a:cs typeface="Times New Roman" panose="02020603050405020304" pitchFamily="18" charset="0"/>
              </a:rPr>
              <a:t>chọn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đề</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tài</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25" name="Straight Connector 24"/>
          <p:cNvCxnSpPr/>
          <p:nvPr/>
        </p:nvCxnSpPr>
        <p:spPr>
          <a:xfrm>
            <a:off x="975095" y="5515994"/>
            <a:ext cx="68722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7" name="Inhaltsplatzhalter 4">
            <a:extLst>
              <a:ext uri="{FF2B5EF4-FFF2-40B4-BE49-F238E27FC236}">
                <a16:creationId xmlns:a16="http://schemas.microsoft.com/office/drawing/2014/main" id="{51A2D45A-75CF-4B52-AE6E-C4BCD12CB726}"/>
              </a:ext>
            </a:extLst>
          </p:cNvPr>
          <p:cNvSpPr txBox="1">
            <a:spLocks/>
          </p:cNvSpPr>
          <p:nvPr/>
        </p:nvSpPr>
        <p:spPr>
          <a:xfrm>
            <a:off x="2557061" y="5190207"/>
            <a:ext cx="2311937" cy="246221"/>
          </a:xfrm>
          <a:prstGeom prst="rect">
            <a:avLst/>
          </a:prstGeom>
        </p:spPr>
        <p:txBody>
          <a:bodyPr wrap="square" lIns="0" tIns="0" rIns="0" bIns="0"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lvl="0" algn="ctr"/>
            <a:r>
              <a:rPr lang="en-US" sz="1600" dirty="0">
                <a:solidFill>
                  <a:schemeClr val="accent2"/>
                </a:solidFill>
              </a:rPr>
              <a:t>#2</a:t>
            </a:r>
          </a:p>
        </p:txBody>
      </p:sp>
      <p:sp>
        <p:nvSpPr>
          <p:cNvPr id="28" name="Inhaltsplatzhalter 4">
            <a:extLst>
              <a:ext uri="{FF2B5EF4-FFF2-40B4-BE49-F238E27FC236}">
                <a16:creationId xmlns:a16="http://schemas.microsoft.com/office/drawing/2014/main" id="{FEC4C4EB-A92D-4A75-AE34-D14F138BFACD}"/>
              </a:ext>
            </a:extLst>
          </p:cNvPr>
          <p:cNvSpPr txBox="1">
            <a:spLocks/>
          </p:cNvSpPr>
          <p:nvPr/>
        </p:nvSpPr>
        <p:spPr>
          <a:xfrm>
            <a:off x="2557061" y="5597859"/>
            <a:ext cx="2311937" cy="86799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Giới</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thiệu</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chung</a:t>
            </a:r>
            <a:endParaRPr lang="en-US" sz="2000" b="1" dirty="0">
              <a:solidFill>
                <a:schemeClr val="tx1"/>
              </a:solidFill>
              <a:latin typeface="Times New Roman" panose="02020603050405020304" pitchFamily="18" charset="0"/>
              <a:cs typeface="Times New Roman" panose="02020603050405020304" pitchFamily="18" charset="0"/>
            </a:endParaRPr>
          </a:p>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Cơ</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sở</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lý</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thuyết</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29" name="Straight Connector 28"/>
          <p:cNvCxnSpPr/>
          <p:nvPr/>
        </p:nvCxnSpPr>
        <p:spPr>
          <a:xfrm>
            <a:off x="3335784" y="5507290"/>
            <a:ext cx="6872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1" name="Inhaltsplatzhalter 4">
            <a:extLst>
              <a:ext uri="{FF2B5EF4-FFF2-40B4-BE49-F238E27FC236}">
                <a16:creationId xmlns:a16="http://schemas.microsoft.com/office/drawing/2014/main" id="{51A2D45A-75CF-4B52-AE6E-C4BCD12CB726}"/>
              </a:ext>
            </a:extLst>
          </p:cNvPr>
          <p:cNvSpPr txBox="1">
            <a:spLocks/>
          </p:cNvSpPr>
          <p:nvPr/>
        </p:nvSpPr>
        <p:spPr>
          <a:xfrm>
            <a:off x="4946809" y="5246479"/>
            <a:ext cx="2311937" cy="246221"/>
          </a:xfrm>
          <a:prstGeom prst="rect">
            <a:avLst/>
          </a:prstGeom>
        </p:spPr>
        <p:txBody>
          <a:bodyPr wrap="square" lIns="0" tIns="0" rIns="0" bIns="0"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lvl="0" algn="ctr"/>
            <a:r>
              <a:rPr lang="en-US" sz="1600" dirty="0">
                <a:solidFill>
                  <a:schemeClr val="accent3"/>
                </a:solidFill>
              </a:rPr>
              <a:t>#3</a:t>
            </a:r>
          </a:p>
        </p:txBody>
      </p:sp>
      <p:sp>
        <p:nvSpPr>
          <p:cNvPr id="32" name="Inhaltsplatzhalter 4">
            <a:extLst>
              <a:ext uri="{FF2B5EF4-FFF2-40B4-BE49-F238E27FC236}">
                <a16:creationId xmlns:a16="http://schemas.microsoft.com/office/drawing/2014/main" id="{FEC4C4EB-A92D-4A75-AE34-D14F138BFACD}"/>
              </a:ext>
            </a:extLst>
          </p:cNvPr>
          <p:cNvSpPr txBox="1">
            <a:spLocks/>
          </p:cNvSpPr>
          <p:nvPr/>
        </p:nvSpPr>
        <p:spPr>
          <a:xfrm>
            <a:off x="5148967" y="5628819"/>
            <a:ext cx="1840357" cy="86799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Phân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tích</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thiết</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kế</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hệ</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thống</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33" name="Straight Connector 32"/>
          <p:cNvCxnSpPr/>
          <p:nvPr/>
        </p:nvCxnSpPr>
        <p:spPr>
          <a:xfrm>
            <a:off x="5725532" y="5563562"/>
            <a:ext cx="687228" cy="0"/>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Inhaltsplatzhalter 4">
            <a:extLst>
              <a:ext uri="{FF2B5EF4-FFF2-40B4-BE49-F238E27FC236}">
                <a16:creationId xmlns:a16="http://schemas.microsoft.com/office/drawing/2014/main" id="{51A2D45A-75CF-4B52-AE6E-C4BCD12CB726}"/>
              </a:ext>
            </a:extLst>
          </p:cNvPr>
          <p:cNvSpPr txBox="1">
            <a:spLocks/>
          </p:cNvSpPr>
          <p:nvPr/>
        </p:nvSpPr>
        <p:spPr>
          <a:xfrm>
            <a:off x="7331317" y="5190207"/>
            <a:ext cx="2311937" cy="246221"/>
          </a:xfrm>
          <a:prstGeom prst="rect">
            <a:avLst/>
          </a:prstGeom>
        </p:spPr>
        <p:txBody>
          <a:bodyPr wrap="square" lIns="0" tIns="0" rIns="0" bIns="0"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lvl="0" algn="ctr"/>
            <a:r>
              <a:rPr lang="en-US" sz="1600" dirty="0">
                <a:solidFill>
                  <a:schemeClr val="accent4"/>
                </a:solidFill>
              </a:rPr>
              <a:t>#4</a:t>
            </a:r>
          </a:p>
        </p:txBody>
      </p:sp>
      <p:sp>
        <p:nvSpPr>
          <p:cNvPr id="36" name="Inhaltsplatzhalter 4">
            <a:extLst>
              <a:ext uri="{FF2B5EF4-FFF2-40B4-BE49-F238E27FC236}">
                <a16:creationId xmlns:a16="http://schemas.microsoft.com/office/drawing/2014/main" id="{FEC4C4EB-A92D-4A75-AE34-D14F138BFACD}"/>
              </a:ext>
            </a:extLst>
          </p:cNvPr>
          <p:cNvSpPr txBox="1">
            <a:spLocks/>
          </p:cNvSpPr>
          <p:nvPr/>
        </p:nvSpPr>
        <p:spPr>
          <a:xfrm>
            <a:off x="7643811" y="5604060"/>
            <a:ext cx="1686948" cy="406330"/>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Triển</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khai</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37" name="Straight Connector 36"/>
          <p:cNvCxnSpPr>
            <a:cxnSpLocks/>
          </p:cNvCxnSpPr>
          <p:nvPr/>
        </p:nvCxnSpPr>
        <p:spPr>
          <a:xfrm>
            <a:off x="8110040" y="5507290"/>
            <a:ext cx="687228" cy="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grpSp>
        <p:nvGrpSpPr>
          <p:cNvPr id="24" name="Group 23"/>
          <p:cNvGrpSpPr/>
          <p:nvPr/>
        </p:nvGrpSpPr>
        <p:grpSpPr>
          <a:xfrm>
            <a:off x="-507998" y="1846942"/>
            <a:ext cx="2249714" cy="420914"/>
            <a:chOff x="9942286" y="493486"/>
            <a:chExt cx="2249714" cy="420914"/>
          </a:xfrm>
        </p:grpSpPr>
        <p:cxnSp>
          <p:nvCxnSpPr>
            <p:cNvPr id="26" name="Straight Connector 25"/>
            <p:cNvCxnSpPr/>
            <p:nvPr/>
          </p:nvCxnSpPr>
          <p:spPr>
            <a:xfrm flipH="1">
              <a:off x="9942286" y="703943"/>
              <a:ext cx="188685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flipH="1">
              <a:off x="10305143" y="914400"/>
              <a:ext cx="188685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p:nvPr/>
          </p:nvCxnSpPr>
          <p:spPr>
            <a:xfrm flipH="1">
              <a:off x="10305143" y="493486"/>
              <a:ext cx="1886857" cy="0"/>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38" name="Rounded Rectangle 7">
            <a:extLst>
              <a:ext uri="{FF2B5EF4-FFF2-40B4-BE49-F238E27FC236}">
                <a16:creationId xmlns:a16="http://schemas.microsoft.com/office/drawing/2014/main" id="{2793787E-352D-4721-8B72-961F12EDE8AD}"/>
              </a:ext>
            </a:extLst>
          </p:cNvPr>
          <p:cNvSpPr/>
          <p:nvPr/>
        </p:nvSpPr>
        <p:spPr>
          <a:xfrm rot="2700000">
            <a:off x="10147445" y="3426975"/>
            <a:ext cx="1429910" cy="1429910"/>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0" name="Inhaltsplatzhalter 4">
            <a:extLst>
              <a:ext uri="{FF2B5EF4-FFF2-40B4-BE49-F238E27FC236}">
                <a16:creationId xmlns:a16="http://schemas.microsoft.com/office/drawing/2014/main" id="{93370DDE-6769-475C-BEC8-0ED76C54994E}"/>
              </a:ext>
            </a:extLst>
          </p:cNvPr>
          <p:cNvSpPr txBox="1">
            <a:spLocks/>
          </p:cNvSpPr>
          <p:nvPr/>
        </p:nvSpPr>
        <p:spPr>
          <a:xfrm>
            <a:off x="9706432" y="5226834"/>
            <a:ext cx="2311937" cy="246221"/>
          </a:xfrm>
          <a:prstGeom prst="rect">
            <a:avLst/>
          </a:prstGeom>
        </p:spPr>
        <p:txBody>
          <a:bodyPr wrap="square" lIns="0" tIns="0" rIns="0" bIns="0" anchor="t">
            <a:spAutoFit/>
          </a:bodyPr>
          <a:lstStyle>
            <a:defPPr>
              <a:defRPr lang="en-US"/>
            </a:defPPr>
            <a:lvl1pPr indent="0" defTabSz="914127">
              <a:lnSpc>
                <a:spcPct val="100000"/>
              </a:lnSpc>
              <a:spcBef>
                <a:spcPts val="0"/>
              </a:spcBef>
              <a:spcAft>
                <a:spcPts val="1200"/>
              </a:spcAft>
              <a:buFont typeface="Wingdings" panose="05000000000000000000" pitchFamily="2" charset="2"/>
              <a:buNone/>
              <a:defRPr sz="1400" b="1">
                <a:solidFill>
                  <a:schemeClr val="accent1"/>
                </a:solidFill>
                <a:latin typeface="+mj-lt"/>
              </a:defRPr>
            </a:lvl1pPr>
            <a:lvl2pPr marL="807798" indent="-272967" defTabSz="914127">
              <a:lnSpc>
                <a:spcPct val="90000"/>
              </a:lnSpc>
              <a:spcBef>
                <a:spcPts val="0"/>
              </a:spcBef>
              <a:spcAft>
                <a:spcPts val="1000"/>
              </a:spcAft>
              <a:buFont typeface="Symbol" panose="05050102010706020507" pitchFamily="18" charset="2"/>
              <a:buChar char="-"/>
              <a:defRPr sz="2000">
                <a:solidFill>
                  <a:schemeClr val="bg1"/>
                </a:solidFill>
                <a:latin typeface="Calibri Light" panose="020F0302020204030204" pitchFamily="34" charset="0"/>
              </a:defRPr>
            </a:lvl2pPr>
            <a:lvl3pPr marL="1080764" indent="-177748" defTabSz="914127">
              <a:lnSpc>
                <a:spcPct val="90000"/>
              </a:lnSpc>
              <a:spcBef>
                <a:spcPts val="0"/>
              </a:spcBef>
              <a:spcAft>
                <a:spcPts val="1000"/>
              </a:spcAft>
              <a:buFont typeface="Symbol" panose="05050102010706020507" pitchFamily="18" charset="2"/>
              <a:buChar char="-"/>
              <a:defRPr sz="1900">
                <a:solidFill>
                  <a:schemeClr val="bg1"/>
                </a:solidFill>
                <a:latin typeface="Calibri Light" panose="020F0302020204030204" pitchFamily="34" charset="0"/>
              </a:defRPr>
            </a:lvl3pPr>
            <a:lvl4pPr marL="1436256" indent="-177748"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4pPr>
            <a:lvl5pPr marL="1793335" indent="-179335" defTabSz="914127">
              <a:lnSpc>
                <a:spcPct val="90000"/>
              </a:lnSpc>
              <a:spcBef>
                <a:spcPts val="0"/>
              </a:spcBef>
              <a:spcAft>
                <a:spcPts val="1000"/>
              </a:spcAft>
              <a:buFont typeface="Symbol" panose="05050102010706020507" pitchFamily="18" charset="2"/>
              <a:buChar char="-"/>
              <a:defRPr sz="1600">
                <a:solidFill>
                  <a:schemeClr val="bg1"/>
                </a:solidFill>
                <a:latin typeface="Calibri Light" panose="020F0302020204030204" pitchFamily="34" charset="0"/>
              </a:defRPr>
            </a:lvl5pPr>
            <a:lvl6pPr marL="2513847" indent="-228532" defTabSz="914127">
              <a:spcBef>
                <a:spcPct val="20000"/>
              </a:spcBef>
              <a:buFont typeface="Arial" panose="020B0604020202020204" pitchFamily="34" charset="0"/>
              <a:buChar char="•"/>
              <a:defRPr sz="2000"/>
            </a:lvl6pPr>
            <a:lvl7pPr marL="2970910" indent="-228532" defTabSz="914127">
              <a:spcBef>
                <a:spcPct val="20000"/>
              </a:spcBef>
              <a:buFont typeface="Arial" panose="020B0604020202020204" pitchFamily="34" charset="0"/>
              <a:buChar char="•"/>
              <a:defRPr sz="2000"/>
            </a:lvl7pPr>
            <a:lvl8pPr marL="3427972" indent="-228532" defTabSz="914127">
              <a:spcBef>
                <a:spcPct val="20000"/>
              </a:spcBef>
              <a:buFont typeface="Arial" panose="020B0604020202020204" pitchFamily="34" charset="0"/>
              <a:buChar char="•"/>
              <a:defRPr sz="2000"/>
            </a:lvl8pPr>
            <a:lvl9pPr marL="3885034" indent="-228532" defTabSz="914127">
              <a:spcBef>
                <a:spcPct val="20000"/>
              </a:spcBef>
              <a:buFont typeface="Arial" panose="020B0604020202020204" pitchFamily="34" charset="0"/>
              <a:buChar char="•"/>
              <a:defRPr sz="2000"/>
            </a:lvl9pPr>
          </a:lstStyle>
          <a:p>
            <a:pPr lvl="0" algn="ctr"/>
            <a:r>
              <a:rPr lang="en-US" sz="1600" dirty="0"/>
              <a:t>#5</a:t>
            </a:r>
          </a:p>
        </p:txBody>
      </p:sp>
      <p:sp>
        <p:nvSpPr>
          <p:cNvPr id="41" name="Inhaltsplatzhalter 4">
            <a:extLst>
              <a:ext uri="{FF2B5EF4-FFF2-40B4-BE49-F238E27FC236}">
                <a16:creationId xmlns:a16="http://schemas.microsoft.com/office/drawing/2014/main" id="{27A4C523-B007-444C-988B-AD6DEB6AF6A4}"/>
              </a:ext>
            </a:extLst>
          </p:cNvPr>
          <p:cNvSpPr txBox="1">
            <a:spLocks/>
          </p:cNvSpPr>
          <p:nvPr/>
        </p:nvSpPr>
        <p:spPr>
          <a:xfrm>
            <a:off x="10285737" y="5628819"/>
            <a:ext cx="1086064" cy="867995"/>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150000"/>
              </a:lnSpc>
              <a:spcAft>
                <a:spcPts val="0"/>
              </a:spcAft>
              <a:buNone/>
            </a:pPr>
            <a:r>
              <a:rPr lang="en-US" sz="2000" b="1" dirty="0" err="1">
                <a:solidFill>
                  <a:schemeClr val="tx1"/>
                </a:solidFill>
                <a:latin typeface="Times New Roman" panose="02020603050405020304" pitchFamily="18" charset="0"/>
                <a:cs typeface="Times New Roman" panose="02020603050405020304" pitchFamily="18" charset="0"/>
              </a:rPr>
              <a:t>Kết</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quả</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đạt</a:t>
            </a:r>
            <a:r>
              <a:rPr lang="en-US" sz="2000" b="1" dirty="0">
                <a:solidFill>
                  <a:schemeClr val="tx1"/>
                </a:solidFill>
                <a:latin typeface="Times New Roman" panose="02020603050405020304" pitchFamily="18" charset="0"/>
                <a:cs typeface="Times New Roman" panose="02020603050405020304" pitchFamily="18" charset="0"/>
              </a:rPr>
              <a:t> </a:t>
            </a:r>
            <a:r>
              <a:rPr lang="en-US" sz="2000" b="1" dirty="0" err="1">
                <a:solidFill>
                  <a:schemeClr val="tx1"/>
                </a:solidFill>
                <a:latin typeface="Times New Roman" panose="02020603050405020304" pitchFamily="18" charset="0"/>
                <a:cs typeface="Times New Roman" panose="02020603050405020304" pitchFamily="18" charset="0"/>
              </a:rPr>
              <a:t>được</a:t>
            </a:r>
            <a:endParaRPr lang="en-US" sz="2000" b="1" dirty="0">
              <a:solidFill>
                <a:schemeClr val="tx1"/>
              </a:solidFill>
              <a:latin typeface="Times New Roman" panose="02020603050405020304" pitchFamily="18" charset="0"/>
              <a:cs typeface="Times New Roman" panose="02020603050405020304" pitchFamily="18" charset="0"/>
            </a:endParaRPr>
          </a:p>
        </p:txBody>
      </p:sp>
      <p:cxnSp>
        <p:nvCxnSpPr>
          <p:cNvPr id="42" name="Straight Connector 41">
            <a:extLst>
              <a:ext uri="{FF2B5EF4-FFF2-40B4-BE49-F238E27FC236}">
                <a16:creationId xmlns:a16="http://schemas.microsoft.com/office/drawing/2014/main" id="{FBD70BC1-E065-496E-9948-1773B841E2AE}"/>
              </a:ext>
            </a:extLst>
          </p:cNvPr>
          <p:cNvCxnSpPr/>
          <p:nvPr/>
        </p:nvCxnSpPr>
        <p:spPr>
          <a:xfrm>
            <a:off x="10485155" y="5543917"/>
            <a:ext cx="687228"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3" name="Freeform 37">
            <a:extLst>
              <a:ext uri="{FF2B5EF4-FFF2-40B4-BE49-F238E27FC236}">
                <a16:creationId xmlns:a16="http://schemas.microsoft.com/office/drawing/2014/main" id="{37631065-7B23-4012-B3E0-0AE5E797A3EE}"/>
              </a:ext>
            </a:extLst>
          </p:cNvPr>
          <p:cNvSpPr>
            <a:spLocks noEditPoints="1"/>
          </p:cNvSpPr>
          <p:nvPr/>
        </p:nvSpPr>
        <p:spPr bwMode="auto">
          <a:xfrm>
            <a:off x="10620513" y="3940835"/>
            <a:ext cx="551870" cy="451090"/>
          </a:xfrm>
          <a:custGeom>
            <a:avLst/>
            <a:gdLst/>
            <a:ahLst/>
            <a:cxnLst>
              <a:cxn ang="0">
                <a:pos x="244" y="224"/>
              </a:cxn>
              <a:cxn ang="0">
                <a:pos x="12" y="224"/>
              </a:cxn>
              <a:cxn ang="0">
                <a:pos x="0" y="212"/>
              </a:cxn>
              <a:cxn ang="0">
                <a:pos x="0" y="12"/>
              </a:cxn>
              <a:cxn ang="0">
                <a:pos x="12" y="0"/>
              </a:cxn>
              <a:cxn ang="0">
                <a:pos x="244" y="0"/>
              </a:cxn>
              <a:cxn ang="0">
                <a:pos x="256" y="12"/>
              </a:cxn>
              <a:cxn ang="0">
                <a:pos x="256" y="212"/>
              </a:cxn>
              <a:cxn ang="0">
                <a:pos x="244" y="224"/>
              </a:cxn>
              <a:cxn ang="0">
                <a:pos x="196" y="212"/>
              </a:cxn>
              <a:cxn ang="0">
                <a:pos x="244" y="212"/>
              </a:cxn>
              <a:cxn ang="0">
                <a:pos x="244" y="108"/>
              </a:cxn>
              <a:cxn ang="0">
                <a:pos x="240" y="108"/>
              </a:cxn>
              <a:cxn ang="0">
                <a:pos x="196" y="108"/>
              </a:cxn>
              <a:cxn ang="0">
                <a:pos x="196" y="212"/>
              </a:cxn>
              <a:cxn ang="0">
                <a:pos x="72" y="212"/>
              </a:cxn>
              <a:cxn ang="0">
                <a:pos x="184" y="212"/>
              </a:cxn>
              <a:cxn ang="0">
                <a:pos x="184" y="108"/>
              </a:cxn>
              <a:cxn ang="0">
                <a:pos x="72" y="108"/>
              </a:cxn>
              <a:cxn ang="0">
                <a:pos x="72" y="212"/>
              </a:cxn>
              <a:cxn ang="0">
                <a:pos x="12" y="212"/>
              </a:cxn>
              <a:cxn ang="0">
                <a:pos x="60" y="212"/>
              </a:cxn>
              <a:cxn ang="0">
                <a:pos x="60" y="108"/>
              </a:cxn>
              <a:cxn ang="0">
                <a:pos x="12" y="108"/>
              </a:cxn>
              <a:cxn ang="0">
                <a:pos x="12" y="212"/>
              </a:cxn>
              <a:cxn ang="0">
                <a:pos x="24" y="12"/>
              </a:cxn>
              <a:cxn ang="0">
                <a:pos x="12" y="24"/>
              </a:cxn>
              <a:cxn ang="0">
                <a:pos x="24" y="36"/>
              </a:cxn>
              <a:cxn ang="0">
                <a:pos x="36" y="24"/>
              </a:cxn>
              <a:cxn ang="0">
                <a:pos x="24" y="12"/>
              </a:cxn>
              <a:cxn ang="0">
                <a:pos x="60" y="12"/>
              </a:cxn>
              <a:cxn ang="0">
                <a:pos x="48" y="24"/>
              </a:cxn>
              <a:cxn ang="0">
                <a:pos x="60" y="36"/>
              </a:cxn>
              <a:cxn ang="0">
                <a:pos x="72" y="24"/>
              </a:cxn>
              <a:cxn ang="0">
                <a:pos x="60" y="12"/>
              </a:cxn>
              <a:cxn ang="0">
                <a:pos x="96" y="12"/>
              </a:cxn>
              <a:cxn ang="0">
                <a:pos x="84" y="24"/>
              </a:cxn>
              <a:cxn ang="0">
                <a:pos x="96" y="36"/>
              </a:cxn>
              <a:cxn ang="0">
                <a:pos x="108" y="24"/>
              </a:cxn>
              <a:cxn ang="0">
                <a:pos x="96" y="12"/>
              </a:cxn>
              <a:cxn ang="0">
                <a:pos x="232" y="48"/>
              </a:cxn>
              <a:cxn ang="0">
                <a:pos x="24" y="48"/>
              </a:cxn>
              <a:cxn ang="0">
                <a:pos x="12" y="48"/>
              </a:cxn>
              <a:cxn ang="0">
                <a:pos x="12" y="96"/>
              </a:cxn>
              <a:cxn ang="0">
                <a:pos x="60" y="96"/>
              </a:cxn>
              <a:cxn ang="0">
                <a:pos x="72" y="96"/>
              </a:cxn>
              <a:cxn ang="0">
                <a:pos x="184" y="96"/>
              </a:cxn>
              <a:cxn ang="0">
                <a:pos x="196" y="96"/>
              </a:cxn>
              <a:cxn ang="0">
                <a:pos x="240" y="96"/>
              </a:cxn>
              <a:cxn ang="0">
                <a:pos x="244" y="96"/>
              </a:cxn>
              <a:cxn ang="0">
                <a:pos x="244" y="48"/>
              </a:cxn>
              <a:cxn ang="0">
                <a:pos x="232" y="48"/>
              </a:cxn>
            </a:cxnLst>
            <a:rect l="0" t="0" r="r" b="b"/>
            <a:pathLst>
              <a:path w="256" h="224">
                <a:moveTo>
                  <a:pt x="244" y="224"/>
                </a:moveTo>
                <a:cubicBezTo>
                  <a:pt x="12" y="224"/>
                  <a:pt x="12" y="224"/>
                  <a:pt x="12" y="224"/>
                </a:cubicBezTo>
                <a:cubicBezTo>
                  <a:pt x="5" y="224"/>
                  <a:pt x="0" y="219"/>
                  <a:pt x="0" y="212"/>
                </a:cubicBezTo>
                <a:cubicBezTo>
                  <a:pt x="0" y="12"/>
                  <a:pt x="0" y="12"/>
                  <a:pt x="0" y="12"/>
                </a:cubicBezTo>
                <a:cubicBezTo>
                  <a:pt x="0" y="5"/>
                  <a:pt x="5" y="0"/>
                  <a:pt x="12" y="0"/>
                </a:cubicBezTo>
                <a:cubicBezTo>
                  <a:pt x="244" y="0"/>
                  <a:pt x="244" y="0"/>
                  <a:pt x="244" y="0"/>
                </a:cubicBezTo>
                <a:cubicBezTo>
                  <a:pt x="251" y="0"/>
                  <a:pt x="256" y="5"/>
                  <a:pt x="256" y="12"/>
                </a:cubicBezTo>
                <a:cubicBezTo>
                  <a:pt x="256" y="212"/>
                  <a:pt x="256" y="212"/>
                  <a:pt x="256" y="212"/>
                </a:cubicBezTo>
                <a:cubicBezTo>
                  <a:pt x="256" y="219"/>
                  <a:pt x="251" y="224"/>
                  <a:pt x="244" y="224"/>
                </a:cubicBezTo>
                <a:moveTo>
                  <a:pt x="196" y="212"/>
                </a:moveTo>
                <a:cubicBezTo>
                  <a:pt x="244" y="212"/>
                  <a:pt x="244" y="212"/>
                  <a:pt x="244" y="212"/>
                </a:cubicBezTo>
                <a:cubicBezTo>
                  <a:pt x="244" y="108"/>
                  <a:pt x="244" y="108"/>
                  <a:pt x="244" y="108"/>
                </a:cubicBezTo>
                <a:cubicBezTo>
                  <a:pt x="240" y="108"/>
                  <a:pt x="240" y="108"/>
                  <a:pt x="240" y="108"/>
                </a:cubicBezTo>
                <a:cubicBezTo>
                  <a:pt x="196" y="108"/>
                  <a:pt x="196" y="108"/>
                  <a:pt x="196" y="108"/>
                </a:cubicBezTo>
                <a:lnTo>
                  <a:pt x="196" y="212"/>
                </a:lnTo>
                <a:close/>
                <a:moveTo>
                  <a:pt x="72" y="212"/>
                </a:moveTo>
                <a:cubicBezTo>
                  <a:pt x="184" y="212"/>
                  <a:pt x="184" y="212"/>
                  <a:pt x="184" y="212"/>
                </a:cubicBezTo>
                <a:cubicBezTo>
                  <a:pt x="184" y="108"/>
                  <a:pt x="184" y="108"/>
                  <a:pt x="184" y="108"/>
                </a:cubicBezTo>
                <a:cubicBezTo>
                  <a:pt x="72" y="108"/>
                  <a:pt x="72" y="108"/>
                  <a:pt x="72" y="108"/>
                </a:cubicBezTo>
                <a:lnTo>
                  <a:pt x="72" y="212"/>
                </a:lnTo>
                <a:close/>
                <a:moveTo>
                  <a:pt x="12" y="212"/>
                </a:moveTo>
                <a:cubicBezTo>
                  <a:pt x="60" y="212"/>
                  <a:pt x="60" y="212"/>
                  <a:pt x="60" y="212"/>
                </a:cubicBezTo>
                <a:cubicBezTo>
                  <a:pt x="60" y="108"/>
                  <a:pt x="60" y="108"/>
                  <a:pt x="60" y="108"/>
                </a:cubicBezTo>
                <a:cubicBezTo>
                  <a:pt x="12" y="108"/>
                  <a:pt x="12" y="108"/>
                  <a:pt x="12" y="108"/>
                </a:cubicBezTo>
                <a:lnTo>
                  <a:pt x="12" y="212"/>
                </a:lnTo>
                <a:close/>
                <a:moveTo>
                  <a:pt x="24" y="12"/>
                </a:moveTo>
                <a:cubicBezTo>
                  <a:pt x="17" y="12"/>
                  <a:pt x="12" y="17"/>
                  <a:pt x="12" y="24"/>
                </a:cubicBezTo>
                <a:cubicBezTo>
                  <a:pt x="12" y="31"/>
                  <a:pt x="17" y="36"/>
                  <a:pt x="24" y="36"/>
                </a:cubicBezTo>
                <a:cubicBezTo>
                  <a:pt x="31" y="36"/>
                  <a:pt x="36" y="31"/>
                  <a:pt x="36" y="24"/>
                </a:cubicBezTo>
                <a:cubicBezTo>
                  <a:pt x="36" y="17"/>
                  <a:pt x="31" y="12"/>
                  <a:pt x="24" y="12"/>
                </a:cubicBezTo>
                <a:moveTo>
                  <a:pt x="60" y="12"/>
                </a:moveTo>
                <a:cubicBezTo>
                  <a:pt x="53" y="12"/>
                  <a:pt x="48" y="17"/>
                  <a:pt x="48" y="24"/>
                </a:cubicBezTo>
                <a:cubicBezTo>
                  <a:pt x="48" y="31"/>
                  <a:pt x="53" y="36"/>
                  <a:pt x="60" y="36"/>
                </a:cubicBezTo>
                <a:cubicBezTo>
                  <a:pt x="67" y="36"/>
                  <a:pt x="72" y="31"/>
                  <a:pt x="72" y="24"/>
                </a:cubicBezTo>
                <a:cubicBezTo>
                  <a:pt x="72" y="17"/>
                  <a:pt x="67" y="12"/>
                  <a:pt x="60" y="12"/>
                </a:cubicBezTo>
                <a:moveTo>
                  <a:pt x="96" y="12"/>
                </a:moveTo>
                <a:cubicBezTo>
                  <a:pt x="89" y="12"/>
                  <a:pt x="84" y="17"/>
                  <a:pt x="84" y="24"/>
                </a:cubicBezTo>
                <a:cubicBezTo>
                  <a:pt x="84" y="31"/>
                  <a:pt x="89" y="36"/>
                  <a:pt x="96" y="36"/>
                </a:cubicBezTo>
                <a:cubicBezTo>
                  <a:pt x="103" y="36"/>
                  <a:pt x="108" y="31"/>
                  <a:pt x="108" y="24"/>
                </a:cubicBezTo>
                <a:cubicBezTo>
                  <a:pt x="108" y="17"/>
                  <a:pt x="103" y="12"/>
                  <a:pt x="96" y="12"/>
                </a:cubicBezTo>
                <a:moveTo>
                  <a:pt x="232" y="48"/>
                </a:moveTo>
                <a:cubicBezTo>
                  <a:pt x="24" y="48"/>
                  <a:pt x="24" y="48"/>
                  <a:pt x="24" y="48"/>
                </a:cubicBezTo>
                <a:cubicBezTo>
                  <a:pt x="12" y="48"/>
                  <a:pt x="12" y="48"/>
                  <a:pt x="12" y="48"/>
                </a:cubicBezTo>
                <a:cubicBezTo>
                  <a:pt x="12" y="96"/>
                  <a:pt x="12" y="96"/>
                  <a:pt x="12" y="96"/>
                </a:cubicBezTo>
                <a:cubicBezTo>
                  <a:pt x="60" y="96"/>
                  <a:pt x="60" y="96"/>
                  <a:pt x="60" y="96"/>
                </a:cubicBezTo>
                <a:cubicBezTo>
                  <a:pt x="72" y="96"/>
                  <a:pt x="72" y="96"/>
                  <a:pt x="72" y="96"/>
                </a:cubicBezTo>
                <a:cubicBezTo>
                  <a:pt x="184" y="96"/>
                  <a:pt x="184" y="96"/>
                  <a:pt x="184" y="96"/>
                </a:cubicBezTo>
                <a:cubicBezTo>
                  <a:pt x="196" y="96"/>
                  <a:pt x="196" y="96"/>
                  <a:pt x="196" y="96"/>
                </a:cubicBezTo>
                <a:cubicBezTo>
                  <a:pt x="240" y="96"/>
                  <a:pt x="240" y="96"/>
                  <a:pt x="240" y="96"/>
                </a:cubicBezTo>
                <a:cubicBezTo>
                  <a:pt x="244" y="96"/>
                  <a:pt x="244" y="96"/>
                  <a:pt x="244" y="96"/>
                </a:cubicBezTo>
                <a:cubicBezTo>
                  <a:pt x="244" y="48"/>
                  <a:pt x="244" y="48"/>
                  <a:pt x="244" y="48"/>
                </a:cubicBezTo>
                <a:lnTo>
                  <a:pt x="232" y="4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2931656807"/>
      </p:ext>
    </p:extLst>
  </p:cSld>
  <p:clrMapOvr>
    <a:masterClrMapping/>
  </p:clrMapOvr>
  <p:transition spd="slow">
    <p:push dir="u"/>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ed Rectangle 5">
            <a:extLst>
              <a:ext uri="{FF2B5EF4-FFF2-40B4-BE49-F238E27FC236}">
                <a16:creationId xmlns:a16="http://schemas.microsoft.com/office/drawing/2014/main" id="{3C3C4928-7587-4534-9F7F-1239656FF5A4}"/>
              </a:ext>
            </a:extLst>
          </p:cNvPr>
          <p:cNvSpPr/>
          <p:nvPr/>
        </p:nvSpPr>
        <p:spPr>
          <a:xfrm rot="2700000">
            <a:off x="402514" y="250334"/>
            <a:ext cx="1208840" cy="1209015"/>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c</a:t>
            </a:r>
            <a:endParaRPr lang="en-US" dirty="0"/>
          </a:p>
        </p:txBody>
      </p:sp>
      <p:sp>
        <p:nvSpPr>
          <p:cNvPr id="7" name="Freeform 15">
            <a:extLst>
              <a:ext uri="{FF2B5EF4-FFF2-40B4-BE49-F238E27FC236}">
                <a16:creationId xmlns:a16="http://schemas.microsoft.com/office/drawing/2014/main" id="{1A649DF9-648E-45E1-8896-74C5333189E1}"/>
              </a:ext>
            </a:extLst>
          </p:cNvPr>
          <p:cNvSpPr>
            <a:spLocks noEditPoints="1"/>
          </p:cNvSpPr>
          <p:nvPr/>
        </p:nvSpPr>
        <p:spPr bwMode="auto">
          <a:xfrm>
            <a:off x="690901" y="659043"/>
            <a:ext cx="632066" cy="391595"/>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TextBox 7"/>
          <p:cNvSpPr txBox="1"/>
          <p:nvPr/>
        </p:nvSpPr>
        <p:spPr>
          <a:xfrm>
            <a:off x="1965947" y="681306"/>
            <a:ext cx="3377848" cy="523220"/>
          </a:xfrm>
          <a:prstGeom prst="rect">
            <a:avLst/>
          </a:prstGeom>
          <a:noFill/>
        </p:spPr>
        <p:txBody>
          <a:bodyPr wrap="none" rtlCol="0">
            <a:spAutoFit/>
          </a:bodyPr>
          <a:lstStyle/>
          <a:p>
            <a:r>
              <a:rPr lang="en-US" sz="2800" b="1" smtClean="0">
                <a:solidFill>
                  <a:schemeClr val="accent1"/>
                </a:solidFill>
                <a:latin typeface="Times New Roman" panose="02020603050405020304" pitchFamily="18" charset="0"/>
                <a:cs typeface="Times New Roman" panose="02020603050405020304" pitchFamily="18" charset="0"/>
              </a:rPr>
              <a:t>#1 Lý do chọn đề tài </a:t>
            </a:r>
            <a:endParaRPr lang="en-US" sz="2800" b="1">
              <a:solidFill>
                <a:schemeClr val="accent1"/>
              </a:solidFill>
              <a:latin typeface="Times New Roman" panose="02020603050405020304" pitchFamily="18" charset="0"/>
              <a:cs typeface="Times New Roman" panose="02020603050405020304" pitchFamily="18" charset="0"/>
            </a:endParaRPr>
          </a:p>
        </p:txBody>
      </p:sp>
      <p:grpSp>
        <p:nvGrpSpPr>
          <p:cNvPr id="9" name="Group 8">
            <a:extLst>
              <a:ext uri="{FF2B5EF4-FFF2-40B4-BE49-F238E27FC236}">
                <a16:creationId xmlns:a16="http://schemas.microsoft.com/office/drawing/2014/main" id="{D014D774-E146-45B1-BA0E-F9DE092D9E97}"/>
              </a:ext>
            </a:extLst>
          </p:cNvPr>
          <p:cNvGrpSpPr/>
          <p:nvPr/>
        </p:nvGrpSpPr>
        <p:grpSpPr>
          <a:xfrm>
            <a:off x="1945070" y="1966294"/>
            <a:ext cx="142876" cy="2947989"/>
            <a:chOff x="5064337" y="2662023"/>
            <a:chExt cx="142876" cy="2947989"/>
          </a:xfrm>
          <a:solidFill>
            <a:schemeClr val="accent1"/>
          </a:solidFill>
        </p:grpSpPr>
        <p:sp>
          <p:nvSpPr>
            <p:cNvPr id="10" name="Freeform: Shape 59">
              <a:extLst>
                <a:ext uri="{FF2B5EF4-FFF2-40B4-BE49-F238E27FC236}">
                  <a16:creationId xmlns:a16="http://schemas.microsoft.com/office/drawing/2014/main" id="{DCEC2FB4-0003-421B-BDC7-2AC28FAC174E}"/>
                </a:ext>
              </a:extLst>
            </p:cNvPr>
            <p:cNvSpPr/>
            <p:nvPr userDrawn="1"/>
          </p:nvSpPr>
          <p:spPr>
            <a:xfrm rot="5400000" flipH="1">
              <a:off x="4529263" y="3401401"/>
              <a:ext cx="1213024" cy="66675"/>
            </a:xfrm>
            <a:custGeom>
              <a:avLst/>
              <a:gdLst>
                <a:gd name="connsiteX0" fmla="*/ 0 w 484217"/>
                <a:gd name="connsiteY0" fmla="*/ 17746 h 35492"/>
                <a:gd name="connsiteX1" fmla="*/ 484217 w 484217"/>
                <a:gd name="connsiteY1" fmla="*/ 17746 h 35492"/>
              </a:gdLst>
              <a:ahLst/>
              <a:cxnLst>
                <a:cxn ang="0">
                  <a:pos x="connsiteX0" y="connsiteY0"/>
                </a:cxn>
                <a:cxn ang="0">
                  <a:pos x="connsiteX1" y="connsiteY1"/>
                </a:cxn>
              </a:cxnLst>
              <a:rect l="l" t="t" r="r" b="b"/>
              <a:pathLst>
                <a:path w="484217" h="35492">
                  <a:moveTo>
                    <a:pt x="0" y="17746"/>
                  </a:moveTo>
                  <a:lnTo>
                    <a:pt x="484217" y="17746"/>
                  </a:lnTo>
                </a:path>
              </a:pathLst>
            </a:custGeom>
            <a:grpFill/>
            <a:ln w="31750">
              <a:solidFill>
                <a:schemeClr val="accent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42703" tIns="5640" rIns="242703" bIns="5641" numCol="1" spcCol="1270" anchor="ctr"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lang="en-US" sz="500" kern="1200"/>
            </a:p>
          </p:txBody>
        </p:sp>
        <p:sp>
          <p:nvSpPr>
            <p:cNvPr id="11" name="Oval 10">
              <a:extLst>
                <a:ext uri="{FF2B5EF4-FFF2-40B4-BE49-F238E27FC236}">
                  <a16:creationId xmlns:a16="http://schemas.microsoft.com/office/drawing/2014/main" id="{A138B3F2-511B-44D9-9EEC-4AD7D62EAACA}"/>
                </a:ext>
              </a:extLst>
            </p:cNvPr>
            <p:cNvSpPr/>
            <p:nvPr userDrawn="1"/>
          </p:nvSpPr>
          <p:spPr>
            <a:xfrm>
              <a:off x="5064337" y="2662023"/>
              <a:ext cx="142876" cy="142876"/>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Freeform: Shape 61">
              <a:extLst>
                <a:ext uri="{FF2B5EF4-FFF2-40B4-BE49-F238E27FC236}">
                  <a16:creationId xmlns:a16="http://schemas.microsoft.com/office/drawing/2014/main" id="{7AE4392D-D313-48FF-BB30-365B9AE03105}"/>
                </a:ext>
              </a:extLst>
            </p:cNvPr>
            <p:cNvSpPr/>
            <p:nvPr userDrawn="1"/>
          </p:nvSpPr>
          <p:spPr>
            <a:xfrm rot="5400000" flipH="1">
              <a:off x="4529263" y="4803957"/>
              <a:ext cx="1213024" cy="66675"/>
            </a:xfrm>
            <a:custGeom>
              <a:avLst/>
              <a:gdLst>
                <a:gd name="connsiteX0" fmla="*/ 0 w 484217"/>
                <a:gd name="connsiteY0" fmla="*/ 17746 h 35492"/>
                <a:gd name="connsiteX1" fmla="*/ 484217 w 484217"/>
                <a:gd name="connsiteY1" fmla="*/ 17746 h 35492"/>
              </a:gdLst>
              <a:ahLst/>
              <a:cxnLst>
                <a:cxn ang="0">
                  <a:pos x="connsiteX0" y="connsiteY0"/>
                </a:cxn>
                <a:cxn ang="0">
                  <a:pos x="connsiteX1" y="connsiteY1"/>
                </a:cxn>
              </a:cxnLst>
              <a:rect l="l" t="t" r="r" b="b"/>
              <a:pathLst>
                <a:path w="484217" h="35492">
                  <a:moveTo>
                    <a:pt x="0" y="17746"/>
                  </a:moveTo>
                  <a:lnTo>
                    <a:pt x="484217" y="17746"/>
                  </a:lnTo>
                </a:path>
              </a:pathLst>
            </a:custGeom>
            <a:grpFill/>
            <a:ln w="31750">
              <a:solidFill>
                <a:schemeClr val="accent1"/>
              </a:solidFill>
            </a:ln>
          </p:spPr>
          <p:style>
            <a:lnRef idx="2">
              <a:schemeClr val="accent1">
                <a:shade val="60000"/>
                <a:hueOff val="0"/>
                <a:satOff val="0"/>
                <a:lumOff val="0"/>
                <a:alphaOff val="0"/>
              </a:schemeClr>
            </a:lnRef>
            <a:fillRef idx="0">
              <a:scrgbClr r="0" g="0" b="0"/>
            </a:fillRef>
            <a:effectRef idx="0">
              <a:schemeClr val="accent1">
                <a:hueOff val="0"/>
                <a:satOff val="0"/>
                <a:lumOff val="0"/>
                <a:alphaOff val="0"/>
              </a:schemeClr>
            </a:effectRef>
            <a:fontRef idx="minor">
              <a:schemeClr val="tx1">
                <a:hueOff val="0"/>
                <a:satOff val="0"/>
                <a:lumOff val="0"/>
                <a:alphaOff val="0"/>
              </a:schemeClr>
            </a:fontRef>
          </p:style>
          <p:txBody>
            <a:bodyPr spcFirstLastPara="0" vert="horz" wrap="square" lIns="242703" tIns="5640" rIns="242703" bIns="5641" numCol="1" spcCol="1270" anchor="ctr" anchorCtr="0">
              <a:noAutofit/>
            </a:bodyPr>
            <a:lstStyle>
              <a:defPPr>
                <a:defRPr lang="en-US"/>
              </a:defPPr>
              <a:lvl1pPr marL="0" algn="l" defTabSz="914400" rtl="0" eaLnBrk="1" latinLnBrk="0" hangingPunct="1">
                <a:defRPr sz="1800" kern="1200">
                  <a:solidFill>
                    <a:schemeClr val="tx1">
                      <a:hueOff val="0"/>
                      <a:satOff val="0"/>
                      <a:lumOff val="0"/>
                      <a:alphaOff val="0"/>
                    </a:schemeClr>
                  </a:solidFill>
                  <a:latin typeface="+mn-lt"/>
                  <a:ea typeface="+mn-ea"/>
                  <a:cs typeface="+mn-cs"/>
                </a:defRPr>
              </a:lvl1pPr>
              <a:lvl2pPr marL="457200" algn="l" defTabSz="914400" rtl="0" eaLnBrk="1" latinLnBrk="0" hangingPunct="1">
                <a:defRPr sz="1800" kern="1200">
                  <a:solidFill>
                    <a:schemeClr val="tx1">
                      <a:hueOff val="0"/>
                      <a:satOff val="0"/>
                      <a:lumOff val="0"/>
                      <a:alphaOff val="0"/>
                    </a:schemeClr>
                  </a:solidFill>
                  <a:latin typeface="+mn-lt"/>
                  <a:ea typeface="+mn-ea"/>
                  <a:cs typeface="+mn-cs"/>
                </a:defRPr>
              </a:lvl2pPr>
              <a:lvl3pPr marL="914400" algn="l" defTabSz="914400" rtl="0" eaLnBrk="1" latinLnBrk="0" hangingPunct="1">
                <a:defRPr sz="1800" kern="1200">
                  <a:solidFill>
                    <a:schemeClr val="tx1">
                      <a:hueOff val="0"/>
                      <a:satOff val="0"/>
                      <a:lumOff val="0"/>
                      <a:alphaOff val="0"/>
                    </a:schemeClr>
                  </a:solidFill>
                  <a:latin typeface="+mn-lt"/>
                  <a:ea typeface="+mn-ea"/>
                  <a:cs typeface="+mn-cs"/>
                </a:defRPr>
              </a:lvl3pPr>
              <a:lvl4pPr marL="1371600" algn="l" defTabSz="914400" rtl="0" eaLnBrk="1" latinLnBrk="0" hangingPunct="1">
                <a:defRPr sz="1800" kern="1200">
                  <a:solidFill>
                    <a:schemeClr val="tx1">
                      <a:hueOff val="0"/>
                      <a:satOff val="0"/>
                      <a:lumOff val="0"/>
                      <a:alphaOff val="0"/>
                    </a:schemeClr>
                  </a:solidFill>
                  <a:latin typeface="+mn-lt"/>
                  <a:ea typeface="+mn-ea"/>
                  <a:cs typeface="+mn-cs"/>
                </a:defRPr>
              </a:lvl4pPr>
              <a:lvl5pPr marL="1828800" algn="l" defTabSz="914400" rtl="0" eaLnBrk="1" latinLnBrk="0" hangingPunct="1">
                <a:defRPr sz="1800" kern="1200">
                  <a:solidFill>
                    <a:schemeClr val="tx1">
                      <a:hueOff val="0"/>
                      <a:satOff val="0"/>
                      <a:lumOff val="0"/>
                      <a:alphaOff val="0"/>
                    </a:schemeClr>
                  </a:solidFill>
                  <a:latin typeface="+mn-lt"/>
                  <a:ea typeface="+mn-ea"/>
                  <a:cs typeface="+mn-cs"/>
                </a:defRPr>
              </a:lvl5pPr>
              <a:lvl6pPr marL="2286000" algn="l" defTabSz="914400" rtl="0" eaLnBrk="1" latinLnBrk="0" hangingPunct="1">
                <a:defRPr sz="1800" kern="1200">
                  <a:solidFill>
                    <a:schemeClr val="tx1">
                      <a:hueOff val="0"/>
                      <a:satOff val="0"/>
                      <a:lumOff val="0"/>
                      <a:alphaOff val="0"/>
                    </a:schemeClr>
                  </a:solidFill>
                  <a:latin typeface="+mn-lt"/>
                  <a:ea typeface="+mn-ea"/>
                  <a:cs typeface="+mn-cs"/>
                </a:defRPr>
              </a:lvl6pPr>
              <a:lvl7pPr marL="2743200" algn="l" defTabSz="914400" rtl="0" eaLnBrk="1" latinLnBrk="0" hangingPunct="1">
                <a:defRPr sz="1800" kern="1200">
                  <a:solidFill>
                    <a:schemeClr val="tx1">
                      <a:hueOff val="0"/>
                      <a:satOff val="0"/>
                      <a:lumOff val="0"/>
                      <a:alphaOff val="0"/>
                    </a:schemeClr>
                  </a:solidFill>
                  <a:latin typeface="+mn-lt"/>
                  <a:ea typeface="+mn-ea"/>
                  <a:cs typeface="+mn-cs"/>
                </a:defRPr>
              </a:lvl7pPr>
              <a:lvl8pPr marL="3200400" algn="l" defTabSz="914400" rtl="0" eaLnBrk="1" latinLnBrk="0" hangingPunct="1">
                <a:defRPr sz="1800" kern="1200">
                  <a:solidFill>
                    <a:schemeClr val="tx1">
                      <a:hueOff val="0"/>
                      <a:satOff val="0"/>
                      <a:lumOff val="0"/>
                      <a:alphaOff val="0"/>
                    </a:schemeClr>
                  </a:solidFill>
                  <a:latin typeface="+mn-lt"/>
                  <a:ea typeface="+mn-ea"/>
                  <a:cs typeface="+mn-cs"/>
                </a:defRPr>
              </a:lvl8pPr>
              <a:lvl9pPr marL="3657600" algn="l" defTabSz="914400" rtl="0" eaLnBrk="1" latinLnBrk="0" hangingPunct="1">
                <a:defRPr sz="1800" kern="1200">
                  <a:solidFill>
                    <a:schemeClr val="tx1">
                      <a:hueOff val="0"/>
                      <a:satOff val="0"/>
                      <a:lumOff val="0"/>
                      <a:alphaOff val="0"/>
                    </a:schemeClr>
                  </a:solidFill>
                  <a:latin typeface="+mn-lt"/>
                  <a:ea typeface="+mn-ea"/>
                  <a:cs typeface="+mn-cs"/>
                </a:defRPr>
              </a:lvl9pPr>
            </a:lstStyle>
            <a:p>
              <a:pPr marL="0" lvl="0" indent="0" algn="ctr" defTabSz="222250">
                <a:lnSpc>
                  <a:spcPct val="90000"/>
                </a:lnSpc>
                <a:spcBef>
                  <a:spcPct val="0"/>
                </a:spcBef>
                <a:spcAft>
                  <a:spcPct val="35000"/>
                </a:spcAft>
                <a:buNone/>
              </a:pPr>
              <a:endParaRPr lang="en-US" sz="500" kern="1200"/>
            </a:p>
          </p:txBody>
        </p:sp>
        <p:sp>
          <p:nvSpPr>
            <p:cNvPr id="13" name="Oval 12">
              <a:extLst>
                <a:ext uri="{FF2B5EF4-FFF2-40B4-BE49-F238E27FC236}">
                  <a16:creationId xmlns:a16="http://schemas.microsoft.com/office/drawing/2014/main" id="{A55620E8-F06A-4273-B35A-66B80C9D61E7}"/>
                </a:ext>
              </a:extLst>
            </p:cNvPr>
            <p:cNvSpPr/>
            <p:nvPr userDrawn="1"/>
          </p:nvSpPr>
          <p:spPr>
            <a:xfrm>
              <a:off x="5064337" y="4064579"/>
              <a:ext cx="142876" cy="142876"/>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4" name="Oval 13">
              <a:extLst>
                <a:ext uri="{FF2B5EF4-FFF2-40B4-BE49-F238E27FC236}">
                  <a16:creationId xmlns:a16="http://schemas.microsoft.com/office/drawing/2014/main" id="{96AB7C0B-43D6-4726-A222-BA73E3316532}"/>
                </a:ext>
              </a:extLst>
            </p:cNvPr>
            <p:cNvSpPr/>
            <p:nvPr userDrawn="1"/>
          </p:nvSpPr>
          <p:spPr>
            <a:xfrm>
              <a:off x="5064337" y="5467136"/>
              <a:ext cx="142876" cy="142876"/>
            </a:xfrm>
            <a:prstGeom prst="ellipse">
              <a:avLst/>
            </a:prstGeom>
            <a:grp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grpSp>
      <p:sp>
        <p:nvSpPr>
          <p:cNvPr id="15" name="TextBox 14"/>
          <p:cNvSpPr txBox="1"/>
          <p:nvPr/>
        </p:nvSpPr>
        <p:spPr>
          <a:xfrm>
            <a:off x="2303362" y="1853066"/>
            <a:ext cx="6678592" cy="954107"/>
          </a:xfrm>
          <a:prstGeom prst="rect">
            <a:avLst/>
          </a:prstGeom>
          <a:noFill/>
        </p:spPr>
        <p:txBody>
          <a:bodyPr wrap="square" rtlCol="0">
            <a:spAutoFit/>
          </a:bodyPr>
          <a:lstStyle/>
          <a:p>
            <a:r>
              <a:rPr lang="en-US" sz="2000" b="1" smtClean="0">
                <a:latin typeface="Times New Roman" panose="02020603050405020304" pitchFamily="18" charset="0"/>
                <a:cs typeface="Times New Roman" panose="02020603050405020304" pitchFamily="18" charset="0"/>
              </a:rPr>
              <a:t>Công ty thực tập – Fast</a:t>
            </a:r>
          </a:p>
          <a:p>
            <a:r>
              <a:rPr lang="vi-VN" smtClean="0">
                <a:latin typeface="Times New Roman" panose="02020603050405020304" pitchFamily="18" charset="0"/>
                <a:cs typeface="Times New Roman" panose="02020603050405020304" pitchFamily="18" charset="0"/>
              </a:rPr>
              <a:t>Phát triển, tư vấn và triển khai ứng dụng phần mềm và giải pháp quản trị doanh nghiệp trên nền tảng CNTT</a:t>
            </a:r>
            <a:endParaRPr lang="en-US" smtClean="0">
              <a:latin typeface="Times New Roman" panose="02020603050405020304" pitchFamily="18" charset="0"/>
              <a:cs typeface="Times New Roman" panose="02020603050405020304" pitchFamily="18" charset="0"/>
            </a:endParaRPr>
          </a:p>
        </p:txBody>
      </p:sp>
      <p:sp>
        <p:nvSpPr>
          <p:cNvPr id="17" name="TextBox 16"/>
          <p:cNvSpPr txBox="1"/>
          <p:nvPr/>
        </p:nvSpPr>
        <p:spPr>
          <a:xfrm>
            <a:off x="2303362" y="3186056"/>
            <a:ext cx="6678592" cy="677108"/>
          </a:xfrm>
          <a:prstGeom prst="rect">
            <a:avLst/>
          </a:prstGeom>
          <a:noFill/>
        </p:spPr>
        <p:txBody>
          <a:bodyPr wrap="square" rtlCol="0">
            <a:spAutoFit/>
          </a:bodyPr>
          <a:lstStyle/>
          <a:p>
            <a:r>
              <a:rPr lang="en-US" sz="2000" b="1" smtClean="0">
                <a:latin typeface="Times New Roman" panose="02020603050405020304" pitchFamily="18" charset="0"/>
                <a:cs typeface="Times New Roman" panose="02020603050405020304" pitchFamily="18" charset="0"/>
              </a:rPr>
              <a:t>Chuyên ngành</a:t>
            </a:r>
          </a:p>
          <a:p>
            <a:r>
              <a:rPr lang="en-US" smtClean="0">
                <a:latin typeface="Times New Roman" panose="02020603050405020304" pitchFamily="18" charset="0"/>
                <a:cs typeface="Times New Roman" panose="02020603050405020304" pitchFamily="18" charset="0"/>
              </a:rPr>
              <a:t>Là một trong những môn chuyên ngành  </a:t>
            </a:r>
          </a:p>
        </p:txBody>
      </p:sp>
      <p:sp>
        <p:nvSpPr>
          <p:cNvPr id="18" name="TextBox 17"/>
          <p:cNvSpPr txBox="1"/>
          <p:nvPr/>
        </p:nvSpPr>
        <p:spPr>
          <a:xfrm>
            <a:off x="2303362" y="4488902"/>
            <a:ext cx="7755038" cy="984885"/>
          </a:xfrm>
          <a:prstGeom prst="rect">
            <a:avLst/>
          </a:prstGeom>
          <a:noFill/>
        </p:spPr>
        <p:txBody>
          <a:bodyPr wrap="square" rtlCol="0">
            <a:spAutoFit/>
          </a:bodyPr>
          <a:lstStyle/>
          <a:p>
            <a:r>
              <a:rPr lang="en-US" sz="2000" b="1" smtClean="0">
                <a:latin typeface="Times New Roman" panose="02020603050405020304" pitchFamily="18" charset="0"/>
                <a:cs typeface="Times New Roman" panose="02020603050405020304" pitchFamily="18" charset="0"/>
              </a:rPr>
              <a:t>Lợi ích ERP mang lại</a:t>
            </a:r>
          </a:p>
          <a:p>
            <a:r>
              <a:rPr lang="en-US" sz="2000" smtClean="0">
                <a:latin typeface="Times New Roman" panose="02020603050405020304" pitchFamily="18" charset="0"/>
                <a:cs typeface="Times New Roman" panose="02020603050405020304" pitchFamily="18" charset="0"/>
              </a:rPr>
              <a:t>Tích hợp những thông tin khách hàng, </a:t>
            </a:r>
            <a:r>
              <a:rPr lang="en-US" smtClean="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quản lý nhân sự như tuyển dụng, đào tạo, việc theo dõi chi tiết tình hình nhân sự, đánh giá nhân sự</a:t>
            </a:r>
            <a:endParaRPr lang="en-US" sz="2000" smtClean="0">
              <a:latin typeface="Times New Roman" panose="02020603050405020304" pitchFamily="18" charset="0"/>
              <a:cs typeface="Times New Roman" panose="02020603050405020304" pitchFamily="18" charset="0"/>
            </a:endParaRPr>
          </a:p>
        </p:txBody>
      </p:sp>
      <p:sp>
        <p:nvSpPr>
          <p:cNvPr id="19" name="Rounded Rectangle 18">
            <a:extLst>
              <a:ext uri="{FF2B5EF4-FFF2-40B4-BE49-F238E27FC236}">
                <a16:creationId xmlns:a16="http://schemas.microsoft.com/office/drawing/2014/main" id="{3C3C4928-7587-4534-9F7F-1239656FF5A4}"/>
              </a:ext>
            </a:extLst>
          </p:cNvPr>
          <p:cNvSpPr/>
          <p:nvPr/>
        </p:nvSpPr>
        <p:spPr>
          <a:xfrm rot="2700000">
            <a:off x="402514" y="216466"/>
            <a:ext cx="1208840" cy="1209015"/>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c</a:t>
            </a:r>
            <a:endParaRPr lang="en-US" dirty="0"/>
          </a:p>
        </p:txBody>
      </p:sp>
      <p:sp>
        <p:nvSpPr>
          <p:cNvPr id="20" name="Freeform 15">
            <a:extLst>
              <a:ext uri="{FF2B5EF4-FFF2-40B4-BE49-F238E27FC236}">
                <a16:creationId xmlns:a16="http://schemas.microsoft.com/office/drawing/2014/main" id="{1A649DF9-648E-45E1-8896-74C5333189E1}"/>
              </a:ext>
            </a:extLst>
          </p:cNvPr>
          <p:cNvSpPr>
            <a:spLocks noEditPoints="1"/>
          </p:cNvSpPr>
          <p:nvPr/>
        </p:nvSpPr>
        <p:spPr bwMode="auto">
          <a:xfrm>
            <a:off x="690901" y="625175"/>
            <a:ext cx="632066" cy="391595"/>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37795255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1965947" y="681306"/>
            <a:ext cx="4818948" cy="523220"/>
          </a:xfrm>
          <a:prstGeom prst="rect">
            <a:avLst/>
          </a:prstGeom>
          <a:noFill/>
        </p:spPr>
        <p:txBody>
          <a:bodyPr wrap="none" rtlCol="0">
            <a:spAutoFit/>
          </a:bodyPr>
          <a:lstStyle/>
          <a:p>
            <a:r>
              <a:rPr lang="en-US" sz="2800" b="1" smtClean="0">
                <a:solidFill>
                  <a:schemeClr val="accent1"/>
                </a:solidFill>
                <a:latin typeface="Times New Roman" panose="02020603050405020304" pitchFamily="18" charset="0"/>
                <a:cs typeface="Times New Roman" panose="02020603050405020304" pitchFamily="18" charset="0"/>
              </a:rPr>
              <a:t>#1 Mục tiêu nghiên cứu đề tài </a:t>
            </a:r>
            <a:endParaRPr lang="en-US" sz="2800" b="1">
              <a:solidFill>
                <a:schemeClr val="accent1"/>
              </a:solidFill>
              <a:latin typeface="Times New Roman" panose="02020603050405020304" pitchFamily="18" charset="0"/>
              <a:cs typeface="Times New Roman" panose="02020603050405020304" pitchFamily="18" charset="0"/>
            </a:endParaRPr>
          </a:p>
        </p:txBody>
      </p:sp>
      <p:sp>
        <p:nvSpPr>
          <p:cNvPr id="5" name="Rounded Rectangle 4">
            <a:extLst>
              <a:ext uri="{FF2B5EF4-FFF2-40B4-BE49-F238E27FC236}">
                <a16:creationId xmlns:a16="http://schemas.microsoft.com/office/drawing/2014/main" id="{3C3C4928-7587-4534-9F7F-1239656FF5A4}"/>
              </a:ext>
            </a:extLst>
          </p:cNvPr>
          <p:cNvSpPr/>
          <p:nvPr/>
        </p:nvSpPr>
        <p:spPr>
          <a:xfrm rot="2700000">
            <a:off x="506686" y="374511"/>
            <a:ext cx="1208840" cy="1209015"/>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mtClean="0"/>
              <a:t>c</a:t>
            </a:r>
            <a:endParaRPr lang="en-US" dirty="0"/>
          </a:p>
        </p:txBody>
      </p:sp>
      <p:sp>
        <p:nvSpPr>
          <p:cNvPr id="6" name="Freeform 15">
            <a:extLst>
              <a:ext uri="{FF2B5EF4-FFF2-40B4-BE49-F238E27FC236}">
                <a16:creationId xmlns:a16="http://schemas.microsoft.com/office/drawing/2014/main" id="{1A649DF9-648E-45E1-8896-74C5333189E1}"/>
              </a:ext>
            </a:extLst>
          </p:cNvPr>
          <p:cNvSpPr>
            <a:spLocks noEditPoints="1"/>
          </p:cNvSpPr>
          <p:nvPr/>
        </p:nvSpPr>
        <p:spPr bwMode="auto">
          <a:xfrm>
            <a:off x="795073" y="783220"/>
            <a:ext cx="632066" cy="391595"/>
          </a:xfrm>
          <a:custGeom>
            <a:avLst/>
            <a:gdLst/>
            <a:ahLst/>
            <a:cxnLst>
              <a:cxn ang="0">
                <a:pos x="168" y="126"/>
              </a:cxn>
              <a:cxn ang="0">
                <a:pos x="0" y="126"/>
              </a:cxn>
              <a:cxn ang="0">
                <a:pos x="0" y="0"/>
              </a:cxn>
              <a:cxn ang="0">
                <a:pos x="10" y="0"/>
              </a:cxn>
              <a:cxn ang="0">
                <a:pos x="10" y="115"/>
              </a:cxn>
              <a:cxn ang="0">
                <a:pos x="168" y="115"/>
              </a:cxn>
              <a:cxn ang="0">
                <a:pos x="168" y="126"/>
              </a:cxn>
              <a:cxn ang="0">
                <a:pos x="54" y="104"/>
              </a:cxn>
              <a:cxn ang="0">
                <a:pos x="32" y="104"/>
              </a:cxn>
              <a:cxn ang="0">
                <a:pos x="32" y="63"/>
              </a:cxn>
              <a:cxn ang="0">
                <a:pos x="54" y="63"/>
              </a:cxn>
              <a:cxn ang="0">
                <a:pos x="54" y="104"/>
              </a:cxn>
              <a:cxn ang="0">
                <a:pos x="84" y="104"/>
              </a:cxn>
              <a:cxn ang="0">
                <a:pos x="64" y="104"/>
              </a:cxn>
              <a:cxn ang="0">
                <a:pos x="64" y="19"/>
              </a:cxn>
              <a:cxn ang="0">
                <a:pos x="84" y="19"/>
              </a:cxn>
              <a:cxn ang="0">
                <a:pos x="84" y="104"/>
              </a:cxn>
              <a:cxn ang="0">
                <a:pos x="116" y="104"/>
              </a:cxn>
              <a:cxn ang="0">
                <a:pos x="95" y="104"/>
              </a:cxn>
              <a:cxn ang="0">
                <a:pos x="95" y="41"/>
              </a:cxn>
              <a:cxn ang="0">
                <a:pos x="116" y="41"/>
              </a:cxn>
              <a:cxn ang="0">
                <a:pos x="116" y="104"/>
              </a:cxn>
              <a:cxn ang="0">
                <a:pos x="147" y="104"/>
              </a:cxn>
              <a:cxn ang="0">
                <a:pos x="127" y="104"/>
              </a:cxn>
              <a:cxn ang="0">
                <a:pos x="127" y="9"/>
              </a:cxn>
              <a:cxn ang="0">
                <a:pos x="147" y="9"/>
              </a:cxn>
              <a:cxn ang="0">
                <a:pos x="147" y="104"/>
              </a:cxn>
            </a:cxnLst>
            <a:rect l="0" t="0" r="r" b="b"/>
            <a:pathLst>
              <a:path w="168" h="126">
                <a:moveTo>
                  <a:pt x="168" y="126"/>
                </a:moveTo>
                <a:lnTo>
                  <a:pt x="0" y="126"/>
                </a:lnTo>
                <a:lnTo>
                  <a:pt x="0" y="0"/>
                </a:lnTo>
                <a:lnTo>
                  <a:pt x="10" y="0"/>
                </a:lnTo>
                <a:lnTo>
                  <a:pt x="10" y="115"/>
                </a:lnTo>
                <a:lnTo>
                  <a:pt x="168" y="115"/>
                </a:lnTo>
                <a:lnTo>
                  <a:pt x="168" y="126"/>
                </a:lnTo>
                <a:close/>
                <a:moveTo>
                  <a:pt x="54" y="104"/>
                </a:moveTo>
                <a:lnTo>
                  <a:pt x="32" y="104"/>
                </a:lnTo>
                <a:lnTo>
                  <a:pt x="32" y="63"/>
                </a:lnTo>
                <a:lnTo>
                  <a:pt x="54" y="63"/>
                </a:lnTo>
                <a:lnTo>
                  <a:pt x="54" y="104"/>
                </a:lnTo>
                <a:close/>
                <a:moveTo>
                  <a:pt x="84" y="104"/>
                </a:moveTo>
                <a:lnTo>
                  <a:pt x="64" y="104"/>
                </a:lnTo>
                <a:lnTo>
                  <a:pt x="64" y="19"/>
                </a:lnTo>
                <a:lnTo>
                  <a:pt x="84" y="19"/>
                </a:lnTo>
                <a:lnTo>
                  <a:pt x="84" y="104"/>
                </a:lnTo>
                <a:close/>
                <a:moveTo>
                  <a:pt x="116" y="104"/>
                </a:moveTo>
                <a:lnTo>
                  <a:pt x="95" y="104"/>
                </a:lnTo>
                <a:lnTo>
                  <a:pt x="95" y="41"/>
                </a:lnTo>
                <a:lnTo>
                  <a:pt x="116" y="41"/>
                </a:lnTo>
                <a:lnTo>
                  <a:pt x="116" y="104"/>
                </a:lnTo>
                <a:close/>
                <a:moveTo>
                  <a:pt x="147" y="104"/>
                </a:moveTo>
                <a:lnTo>
                  <a:pt x="127" y="104"/>
                </a:lnTo>
                <a:lnTo>
                  <a:pt x="127" y="9"/>
                </a:lnTo>
                <a:lnTo>
                  <a:pt x="147" y="9"/>
                </a:lnTo>
                <a:lnTo>
                  <a:pt x="147" y="104"/>
                </a:lnTo>
                <a:close/>
              </a:path>
            </a:pathLst>
          </a:custGeom>
          <a:solidFill>
            <a:schemeClr val="accent1"/>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7" name="Oval 6">
            <a:extLst>
              <a:ext uri="{FF2B5EF4-FFF2-40B4-BE49-F238E27FC236}">
                <a16:creationId xmlns:a16="http://schemas.microsoft.com/office/drawing/2014/main" id="{B735745C-4352-4543-A603-ECD05653C096}"/>
              </a:ext>
            </a:extLst>
          </p:cNvPr>
          <p:cNvSpPr/>
          <p:nvPr/>
        </p:nvSpPr>
        <p:spPr>
          <a:xfrm>
            <a:off x="4026327" y="1425871"/>
            <a:ext cx="4189850" cy="4200041"/>
          </a:xfrm>
          <a:prstGeom prst="ellipse">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6996C37E-319C-45B9-9E7F-56A574E4F94C}"/>
              </a:ext>
            </a:extLst>
          </p:cNvPr>
          <p:cNvSpPr/>
          <p:nvPr/>
        </p:nvSpPr>
        <p:spPr>
          <a:xfrm>
            <a:off x="7856247" y="2469536"/>
            <a:ext cx="854736" cy="848610"/>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43737FDD-8C48-4DFB-825A-C70936C548D1}"/>
              </a:ext>
            </a:extLst>
          </p:cNvPr>
          <p:cNvSpPr/>
          <p:nvPr/>
        </p:nvSpPr>
        <p:spPr>
          <a:xfrm>
            <a:off x="4162203" y="4876482"/>
            <a:ext cx="809360" cy="840357"/>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Google Shape;1231;p53">
            <a:extLst>
              <a:ext uri="{FF2B5EF4-FFF2-40B4-BE49-F238E27FC236}">
                <a16:creationId xmlns:a16="http://schemas.microsoft.com/office/drawing/2014/main" id="{04139321-1F31-4B7E-97A7-96D1F2B8AF66}"/>
              </a:ext>
            </a:extLst>
          </p:cNvPr>
          <p:cNvSpPr/>
          <p:nvPr/>
        </p:nvSpPr>
        <p:spPr>
          <a:xfrm>
            <a:off x="8043162" y="2676772"/>
            <a:ext cx="485165" cy="434138"/>
          </a:xfrm>
          <a:custGeom>
            <a:avLst/>
            <a:gdLst/>
            <a:ahLst/>
            <a:cxnLst/>
            <a:rect l="l" t="t" r="r" b="b"/>
            <a:pathLst>
              <a:path w="120000" h="120000" extrusionOk="0">
                <a:moveTo>
                  <a:pt x="105595" y="15591"/>
                </a:moveTo>
                <a:lnTo>
                  <a:pt x="114009" y="24000"/>
                </a:lnTo>
                <a:lnTo>
                  <a:pt x="53995" y="84000"/>
                </a:lnTo>
                <a:lnTo>
                  <a:pt x="27011" y="57006"/>
                </a:lnTo>
                <a:lnTo>
                  <a:pt x="35371" y="48571"/>
                </a:lnTo>
                <a:lnTo>
                  <a:pt x="53995" y="67210"/>
                </a:lnTo>
                <a:lnTo>
                  <a:pt x="105595" y="15591"/>
                </a:lnTo>
                <a:close/>
                <a:moveTo>
                  <a:pt x="60013" y="0"/>
                </a:moveTo>
                <a:lnTo>
                  <a:pt x="63335" y="108"/>
                </a:lnTo>
                <a:lnTo>
                  <a:pt x="66657" y="408"/>
                </a:lnTo>
                <a:lnTo>
                  <a:pt x="69952" y="897"/>
                </a:lnTo>
                <a:lnTo>
                  <a:pt x="73247" y="1523"/>
                </a:lnTo>
                <a:lnTo>
                  <a:pt x="76460" y="2285"/>
                </a:lnTo>
                <a:lnTo>
                  <a:pt x="79673" y="3210"/>
                </a:lnTo>
                <a:lnTo>
                  <a:pt x="82804" y="4190"/>
                </a:lnTo>
                <a:lnTo>
                  <a:pt x="73192" y="13768"/>
                </a:lnTo>
                <a:lnTo>
                  <a:pt x="70687" y="13170"/>
                </a:lnTo>
                <a:lnTo>
                  <a:pt x="68100" y="12653"/>
                </a:lnTo>
                <a:lnTo>
                  <a:pt x="65513" y="12299"/>
                </a:lnTo>
                <a:lnTo>
                  <a:pt x="62791" y="12081"/>
                </a:lnTo>
                <a:lnTo>
                  <a:pt x="60013" y="12000"/>
                </a:lnTo>
                <a:lnTo>
                  <a:pt x="56718" y="12108"/>
                </a:lnTo>
                <a:lnTo>
                  <a:pt x="53533" y="12462"/>
                </a:lnTo>
                <a:lnTo>
                  <a:pt x="50374" y="12979"/>
                </a:lnTo>
                <a:lnTo>
                  <a:pt x="47270" y="13741"/>
                </a:lnTo>
                <a:lnTo>
                  <a:pt x="44302" y="14693"/>
                </a:lnTo>
                <a:lnTo>
                  <a:pt x="41388" y="15809"/>
                </a:lnTo>
                <a:lnTo>
                  <a:pt x="38556" y="17088"/>
                </a:lnTo>
                <a:lnTo>
                  <a:pt x="35806" y="18585"/>
                </a:lnTo>
                <a:lnTo>
                  <a:pt x="33192" y="20244"/>
                </a:lnTo>
                <a:lnTo>
                  <a:pt x="30714" y="22040"/>
                </a:lnTo>
                <a:lnTo>
                  <a:pt x="28373" y="24000"/>
                </a:lnTo>
                <a:lnTo>
                  <a:pt x="26113" y="26122"/>
                </a:lnTo>
                <a:lnTo>
                  <a:pt x="23989" y="28353"/>
                </a:lnTo>
                <a:lnTo>
                  <a:pt x="22028" y="30721"/>
                </a:lnTo>
                <a:lnTo>
                  <a:pt x="20258" y="33197"/>
                </a:lnTo>
                <a:lnTo>
                  <a:pt x="18570" y="35809"/>
                </a:lnTo>
                <a:lnTo>
                  <a:pt x="17100" y="38557"/>
                </a:lnTo>
                <a:lnTo>
                  <a:pt x="15820" y="41387"/>
                </a:lnTo>
                <a:lnTo>
                  <a:pt x="14703" y="44299"/>
                </a:lnTo>
                <a:lnTo>
                  <a:pt x="13750" y="47265"/>
                </a:lnTo>
                <a:lnTo>
                  <a:pt x="12988" y="50367"/>
                </a:lnTo>
                <a:lnTo>
                  <a:pt x="12471" y="53523"/>
                </a:lnTo>
                <a:lnTo>
                  <a:pt x="12117" y="56734"/>
                </a:lnTo>
                <a:lnTo>
                  <a:pt x="12008" y="59999"/>
                </a:lnTo>
                <a:lnTo>
                  <a:pt x="12117" y="63265"/>
                </a:lnTo>
                <a:lnTo>
                  <a:pt x="12471" y="66476"/>
                </a:lnTo>
                <a:lnTo>
                  <a:pt x="12988" y="69632"/>
                </a:lnTo>
                <a:lnTo>
                  <a:pt x="13750" y="72734"/>
                </a:lnTo>
                <a:lnTo>
                  <a:pt x="14703" y="75700"/>
                </a:lnTo>
                <a:lnTo>
                  <a:pt x="15820" y="78612"/>
                </a:lnTo>
                <a:lnTo>
                  <a:pt x="17100" y="81442"/>
                </a:lnTo>
                <a:lnTo>
                  <a:pt x="18570" y="84190"/>
                </a:lnTo>
                <a:lnTo>
                  <a:pt x="20258" y="86802"/>
                </a:lnTo>
                <a:lnTo>
                  <a:pt x="22028" y="89278"/>
                </a:lnTo>
                <a:lnTo>
                  <a:pt x="23989" y="91646"/>
                </a:lnTo>
                <a:lnTo>
                  <a:pt x="26113" y="93877"/>
                </a:lnTo>
                <a:lnTo>
                  <a:pt x="28373" y="96000"/>
                </a:lnTo>
                <a:lnTo>
                  <a:pt x="30714" y="97959"/>
                </a:lnTo>
                <a:lnTo>
                  <a:pt x="33192" y="99755"/>
                </a:lnTo>
                <a:lnTo>
                  <a:pt x="35806" y="101414"/>
                </a:lnTo>
                <a:lnTo>
                  <a:pt x="38556" y="102911"/>
                </a:lnTo>
                <a:lnTo>
                  <a:pt x="41388" y="104190"/>
                </a:lnTo>
                <a:lnTo>
                  <a:pt x="44302" y="105306"/>
                </a:lnTo>
                <a:lnTo>
                  <a:pt x="47270" y="106258"/>
                </a:lnTo>
                <a:lnTo>
                  <a:pt x="50374" y="107020"/>
                </a:lnTo>
                <a:lnTo>
                  <a:pt x="53533" y="107537"/>
                </a:lnTo>
                <a:lnTo>
                  <a:pt x="56718" y="107891"/>
                </a:lnTo>
                <a:lnTo>
                  <a:pt x="60013" y="108000"/>
                </a:lnTo>
                <a:lnTo>
                  <a:pt x="63281" y="107891"/>
                </a:lnTo>
                <a:lnTo>
                  <a:pt x="66466" y="107537"/>
                </a:lnTo>
                <a:lnTo>
                  <a:pt x="69625" y="107020"/>
                </a:lnTo>
                <a:lnTo>
                  <a:pt x="72729" y="106258"/>
                </a:lnTo>
                <a:lnTo>
                  <a:pt x="75697" y="105306"/>
                </a:lnTo>
                <a:lnTo>
                  <a:pt x="78611" y="104190"/>
                </a:lnTo>
                <a:lnTo>
                  <a:pt x="81443" y="102911"/>
                </a:lnTo>
                <a:lnTo>
                  <a:pt x="84193" y="101414"/>
                </a:lnTo>
                <a:lnTo>
                  <a:pt x="86807" y="99755"/>
                </a:lnTo>
                <a:lnTo>
                  <a:pt x="89285" y="97959"/>
                </a:lnTo>
                <a:lnTo>
                  <a:pt x="91626" y="96000"/>
                </a:lnTo>
                <a:lnTo>
                  <a:pt x="93886" y="93877"/>
                </a:lnTo>
                <a:lnTo>
                  <a:pt x="96010" y="91646"/>
                </a:lnTo>
                <a:lnTo>
                  <a:pt x="97971" y="89278"/>
                </a:lnTo>
                <a:lnTo>
                  <a:pt x="99741" y="86802"/>
                </a:lnTo>
                <a:lnTo>
                  <a:pt x="101429" y="84190"/>
                </a:lnTo>
                <a:lnTo>
                  <a:pt x="102899" y="81442"/>
                </a:lnTo>
                <a:lnTo>
                  <a:pt x="104179" y="78612"/>
                </a:lnTo>
                <a:lnTo>
                  <a:pt x="105296" y="75700"/>
                </a:lnTo>
                <a:lnTo>
                  <a:pt x="106249" y="72734"/>
                </a:lnTo>
                <a:lnTo>
                  <a:pt x="107011" y="69632"/>
                </a:lnTo>
                <a:lnTo>
                  <a:pt x="107528" y="66476"/>
                </a:lnTo>
                <a:lnTo>
                  <a:pt x="107882" y="63265"/>
                </a:lnTo>
                <a:lnTo>
                  <a:pt x="107991" y="59999"/>
                </a:lnTo>
                <a:lnTo>
                  <a:pt x="120000" y="59999"/>
                </a:lnTo>
                <a:lnTo>
                  <a:pt x="119891" y="63646"/>
                </a:lnTo>
                <a:lnTo>
                  <a:pt x="119564" y="67238"/>
                </a:lnTo>
                <a:lnTo>
                  <a:pt x="119019" y="70721"/>
                </a:lnTo>
                <a:lnTo>
                  <a:pt x="118284" y="74176"/>
                </a:lnTo>
                <a:lnTo>
                  <a:pt x="117358" y="77551"/>
                </a:lnTo>
                <a:lnTo>
                  <a:pt x="116215" y="80870"/>
                </a:lnTo>
                <a:lnTo>
                  <a:pt x="114908" y="84081"/>
                </a:lnTo>
                <a:lnTo>
                  <a:pt x="113410" y="87210"/>
                </a:lnTo>
                <a:lnTo>
                  <a:pt x="111776" y="90231"/>
                </a:lnTo>
                <a:lnTo>
                  <a:pt x="109952" y="93115"/>
                </a:lnTo>
                <a:lnTo>
                  <a:pt x="107964" y="95918"/>
                </a:lnTo>
                <a:lnTo>
                  <a:pt x="105867" y="98585"/>
                </a:lnTo>
                <a:lnTo>
                  <a:pt x="103553" y="101115"/>
                </a:lnTo>
                <a:lnTo>
                  <a:pt x="101130" y="103564"/>
                </a:lnTo>
                <a:lnTo>
                  <a:pt x="98570" y="105850"/>
                </a:lnTo>
                <a:lnTo>
                  <a:pt x="95929" y="107972"/>
                </a:lnTo>
                <a:lnTo>
                  <a:pt x="93124" y="109959"/>
                </a:lnTo>
                <a:lnTo>
                  <a:pt x="90211" y="111782"/>
                </a:lnTo>
                <a:lnTo>
                  <a:pt x="87188" y="113414"/>
                </a:lnTo>
                <a:lnTo>
                  <a:pt x="84084" y="114911"/>
                </a:lnTo>
                <a:lnTo>
                  <a:pt x="80871" y="116217"/>
                </a:lnTo>
                <a:lnTo>
                  <a:pt x="77576" y="117333"/>
                </a:lnTo>
                <a:lnTo>
                  <a:pt x="74172" y="118285"/>
                </a:lnTo>
                <a:lnTo>
                  <a:pt x="70714" y="119020"/>
                </a:lnTo>
                <a:lnTo>
                  <a:pt x="67229" y="119564"/>
                </a:lnTo>
                <a:lnTo>
                  <a:pt x="63635" y="119891"/>
                </a:lnTo>
                <a:lnTo>
                  <a:pt x="60013" y="119999"/>
                </a:lnTo>
                <a:lnTo>
                  <a:pt x="56364" y="119891"/>
                </a:lnTo>
                <a:lnTo>
                  <a:pt x="52770" y="119564"/>
                </a:lnTo>
                <a:lnTo>
                  <a:pt x="49285" y="119020"/>
                </a:lnTo>
                <a:lnTo>
                  <a:pt x="45827" y="118285"/>
                </a:lnTo>
                <a:lnTo>
                  <a:pt x="42423" y="117333"/>
                </a:lnTo>
                <a:lnTo>
                  <a:pt x="39128" y="116217"/>
                </a:lnTo>
                <a:lnTo>
                  <a:pt x="35915" y="114911"/>
                </a:lnTo>
                <a:lnTo>
                  <a:pt x="32811" y="113414"/>
                </a:lnTo>
                <a:lnTo>
                  <a:pt x="29788" y="111782"/>
                </a:lnTo>
                <a:lnTo>
                  <a:pt x="26875" y="109959"/>
                </a:lnTo>
                <a:lnTo>
                  <a:pt x="24070" y="107972"/>
                </a:lnTo>
                <a:lnTo>
                  <a:pt x="21429" y="105850"/>
                </a:lnTo>
                <a:lnTo>
                  <a:pt x="18869" y="103564"/>
                </a:lnTo>
                <a:lnTo>
                  <a:pt x="16446" y="101115"/>
                </a:lnTo>
                <a:lnTo>
                  <a:pt x="14132" y="98585"/>
                </a:lnTo>
                <a:lnTo>
                  <a:pt x="12035" y="95918"/>
                </a:lnTo>
                <a:lnTo>
                  <a:pt x="10047" y="93115"/>
                </a:lnTo>
                <a:lnTo>
                  <a:pt x="8223" y="90231"/>
                </a:lnTo>
                <a:lnTo>
                  <a:pt x="6589" y="87210"/>
                </a:lnTo>
                <a:lnTo>
                  <a:pt x="5091" y="84081"/>
                </a:lnTo>
                <a:lnTo>
                  <a:pt x="3784" y="80870"/>
                </a:lnTo>
                <a:lnTo>
                  <a:pt x="2641" y="77551"/>
                </a:lnTo>
                <a:lnTo>
                  <a:pt x="1715" y="74176"/>
                </a:lnTo>
                <a:lnTo>
                  <a:pt x="980" y="70721"/>
                </a:lnTo>
                <a:lnTo>
                  <a:pt x="435" y="67238"/>
                </a:lnTo>
                <a:lnTo>
                  <a:pt x="108" y="63646"/>
                </a:lnTo>
                <a:lnTo>
                  <a:pt x="0" y="59999"/>
                </a:lnTo>
                <a:lnTo>
                  <a:pt x="108" y="56353"/>
                </a:lnTo>
                <a:lnTo>
                  <a:pt x="435" y="52761"/>
                </a:lnTo>
                <a:lnTo>
                  <a:pt x="980" y="49278"/>
                </a:lnTo>
                <a:lnTo>
                  <a:pt x="1715" y="45823"/>
                </a:lnTo>
                <a:lnTo>
                  <a:pt x="2641" y="42448"/>
                </a:lnTo>
                <a:lnTo>
                  <a:pt x="3784" y="39129"/>
                </a:lnTo>
                <a:lnTo>
                  <a:pt x="5091" y="35918"/>
                </a:lnTo>
                <a:lnTo>
                  <a:pt x="6589" y="32789"/>
                </a:lnTo>
                <a:lnTo>
                  <a:pt x="8223" y="29768"/>
                </a:lnTo>
                <a:lnTo>
                  <a:pt x="10047" y="26884"/>
                </a:lnTo>
                <a:lnTo>
                  <a:pt x="12035" y="24081"/>
                </a:lnTo>
                <a:lnTo>
                  <a:pt x="14132" y="21414"/>
                </a:lnTo>
                <a:lnTo>
                  <a:pt x="16446" y="18884"/>
                </a:lnTo>
                <a:lnTo>
                  <a:pt x="18869" y="16435"/>
                </a:lnTo>
                <a:lnTo>
                  <a:pt x="21429" y="14149"/>
                </a:lnTo>
                <a:lnTo>
                  <a:pt x="24070" y="12027"/>
                </a:lnTo>
                <a:lnTo>
                  <a:pt x="26875" y="10040"/>
                </a:lnTo>
                <a:lnTo>
                  <a:pt x="29788" y="8217"/>
                </a:lnTo>
                <a:lnTo>
                  <a:pt x="32811" y="6585"/>
                </a:lnTo>
                <a:lnTo>
                  <a:pt x="35915" y="5088"/>
                </a:lnTo>
                <a:lnTo>
                  <a:pt x="39128" y="3782"/>
                </a:lnTo>
                <a:lnTo>
                  <a:pt x="42423" y="2666"/>
                </a:lnTo>
                <a:lnTo>
                  <a:pt x="45827" y="1714"/>
                </a:lnTo>
                <a:lnTo>
                  <a:pt x="49285" y="979"/>
                </a:lnTo>
                <a:lnTo>
                  <a:pt x="52770" y="435"/>
                </a:lnTo>
                <a:lnTo>
                  <a:pt x="56364" y="108"/>
                </a:lnTo>
                <a:lnTo>
                  <a:pt x="60013" y="0"/>
                </a:lnTo>
                <a:close/>
              </a:path>
            </a:pathLst>
          </a:custGeom>
          <a:noFill/>
          <a:ln w="28575">
            <a:solidFill>
              <a:schemeClr val="tx1"/>
            </a:solid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nvGrpSpPr>
          <p:cNvPr id="11" name="Google Shape;1197;p53">
            <a:extLst>
              <a:ext uri="{FF2B5EF4-FFF2-40B4-BE49-F238E27FC236}">
                <a16:creationId xmlns:a16="http://schemas.microsoft.com/office/drawing/2014/main" id="{09760352-9857-4313-A79D-20B6304EC8F4}"/>
              </a:ext>
            </a:extLst>
          </p:cNvPr>
          <p:cNvGrpSpPr/>
          <p:nvPr/>
        </p:nvGrpSpPr>
        <p:grpSpPr>
          <a:xfrm>
            <a:off x="4387319" y="5059526"/>
            <a:ext cx="378485" cy="422751"/>
            <a:chOff x="7337425" y="153988"/>
            <a:chExt cx="4208400" cy="4986187"/>
          </a:xfrm>
          <a:noFill/>
        </p:grpSpPr>
        <p:sp>
          <p:nvSpPr>
            <p:cNvPr id="12" name="Google Shape;1198;p53">
              <a:extLst>
                <a:ext uri="{FF2B5EF4-FFF2-40B4-BE49-F238E27FC236}">
                  <a16:creationId xmlns:a16="http://schemas.microsoft.com/office/drawing/2014/main" id="{16D228FF-AF43-4348-87B0-C29A1FB86640}"/>
                </a:ext>
              </a:extLst>
            </p:cNvPr>
            <p:cNvSpPr/>
            <p:nvPr/>
          </p:nvSpPr>
          <p:spPr>
            <a:xfrm>
              <a:off x="8329613" y="153988"/>
              <a:ext cx="2222400" cy="2957400"/>
            </a:xfrm>
            <a:custGeom>
              <a:avLst/>
              <a:gdLst/>
              <a:ahLst/>
              <a:cxnLst/>
              <a:rect l="l" t="t" r="r" b="b"/>
              <a:pathLst>
                <a:path w="120000" h="120000" extrusionOk="0">
                  <a:moveTo>
                    <a:pt x="60407" y="0"/>
                  </a:moveTo>
                  <a:lnTo>
                    <a:pt x="64265" y="64"/>
                  </a:lnTo>
                  <a:lnTo>
                    <a:pt x="67952" y="289"/>
                  </a:lnTo>
                  <a:lnTo>
                    <a:pt x="71382" y="740"/>
                  </a:lnTo>
                  <a:lnTo>
                    <a:pt x="74598" y="1352"/>
                  </a:lnTo>
                  <a:lnTo>
                    <a:pt x="77599" y="2028"/>
                  </a:lnTo>
                  <a:lnTo>
                    <a:pt x="80385" y="2834"/>
                  </a:lnTo>
                  <a:lnTo>
                    <a:pt x="82958" y="3735"/>
                  </a:lnTo>
                  <a:lnTo>
                    <a:pt x="85316" y="4734"/>
                  </a:lnTo>
                  <a:lnTo>
                    <a:pt x="87931" y="5958"/>
                  </a:lnTo>
                  <a:lnTo>
                    <a:pt x="90332" y="7181"/>
                  </a:lnTo>
                  <a:lnTo>
                    <a:pt x="92390" y="8438"/>
                  </a:lnTo>
                  <a:lnTo>
                    <a:pt x="94105" y="9597"/>
                  </a:lnTo>
                  <a:lnTo>
                    <a:pt x="95562" y="10756"/>
                  </a:lnTo>
                  <a:lnTo>
                    <a:pt x="96806" y="11819"/>
                  </a:lnTo>
                  <a:lnTo>
                    <a:pt x="97792" y="12721"/>
                  </a:lnTo>
                  <a:lnTo>
                    <a:pt x="98520" y="13526"/>
                  </a:lnTo>
                  <a:lnTo>
                    <a:pt x="99078" y="14074"/>
                  </a:lnTo>
                  <a:lnTo>
                    <a:pt x="99335" y="14460"/>
                  </a:lnTo>
                  <a:lnTo>
                    <a:pt x="99506" y="14621"/>
                  </a:lnTo>
                  <a:lnTo>
                    <a:pt x="99592" y="14621"/>
                  </a:lnTo>
                  <a:lnTo>
                    <a:pt x="99849" y="14621"/>
                  </a:lnTo>
                  <a:lnTo>
                    <a:pt x="100235" y="14685"/>
                  </a:lnTo>
                  <a:lnTo>
                    <a:pt x="100836" y="14814"/>
                  </a:lnTo>
                  <a:lnTo>
                    <a:pt x="101564" y="14943"/>
                  </a:lnTo>
                  <a:lnTo>
                    <a:pt x="102379" y="15136"/>
                  </a:lnTo>
                  <a:lnTo>
                    <a:pt x="103279" y="15426"/>
                  </a:lnTo>
                  <a:lnTo>
                    <a:pt x="104180" y="15813"/>
                  </a:lnTo>
                  <a:lnTo>
                    <a:pt x="105251" y="16231"/>
                  </a:lnTo>
                  <a:lnTo>
                    <a:pt x="106323" y="16779"/>
                  </a:lnTo>
                  <a:lnTo>
                    <a:pt x="107481" y="17455"/>
                  </a:lnTo>
                  <a:lnTo>
                    <a:pt x="108510" y="18260"/>
                  </a:lnTo>
                  <a:lnTo>
                    <a:pt x="109667" y="19194"/>
                  </a:lnTo>
                  <a:lnTo>
                    <a:pt x="110739" y="20225"/>
                  </a:lnTo>
                  <a:lnTo>
                    <a:pt x="111725" y="21449"/>
                  </a:lnTo>
                  <a:lnTo>
                    <a:pt x="112711" y="22801"/>
                  </a:lnTo>
                  <a:lnTo>
                    <a:pt x="113612" y="24347"/>
                  </a:lnTo>
                  <a:lnTo>
                    <a:pt x="114426" y="26086"/>
                  </a:lnTo>
                  <a:lnTo>
                    <a:pt x="115155" y="28051"/>
                  </a:lnTo>
                  <a:lnTo>
                    <a:pt x="115755" y="30144"/>
                  </a:lnTo>
                  <a:lnTo>
                    <a:pt x="116227" y="32463"/>
                  </a:lnTo>
                  <a:lnTo>
                    <a:pt x="116484" y="35040"/>
                  </a:lnTo>
                  <a:lnTo>
                    <a:pt x="116570" y="37809"/>
                  </a:lnTo>
                  <a:lnTo>
                    <a:pt x="116484" y="40837"/>
                  </a:lnTo>
                  <a:lnTo>
                    <a:pt x="116227" y="44154"/>
                  </a:lnTo>
                  <a:lnTo>
                    <a:pt x="115755" y="47729"/>
                  </a:lnTo>
                  <a:lnTo>
                    <a:pt x="114983" y="51529"/>
                  </a:lnTo>
                  <a:lnTo>
                    <a:pt x="114083" y="54363"/>
                  </a:lnTo>
                  <a:lnTo>
                    <a:pt x="112968" y="57198"/>
                  </a:lnTo>
                  <a:lnTo>
                    <a:pt x="113869" y="57198"/>
                  </a:lnTo>
                  <a:lnTo>
                    <a:pt x="114683" y="57198"/>
                  </a:lnTo>
                  <a:lnTo>
                    <a:pt x="115584" y="57326"/>
                  </a:lnTo>
                  <a:lnTo>
                    <a:pt x="116398" y="57552"/>
                  </a:lnTo>
                  <a:lnTo>
                    <a:pt x="117213" y="57874"/>
                  </a:lnTo>
                  <a:lnTo>
                    <a:pt x="117942" y="58357"/>
                  </a:lnTo>
                  <a:lnTo>
                    <a:pt x="118628" y="58904"/>
                  </a:lnTo>
                  <a:lnTo>
                    <a:pt x="119099" y="59645"/>
                  </a:lnTo>
                  <a:lnTo>
                    <a:pt x="119614" y="60579"/>
                  </a:lnTo>
                  <a:lnTo>
                    <a:pt x="119828" y="61674"/>
                  </a:lnTo>
                  <a:lnTo>
                    <a:pt x="120000" y="62930"/>
                  </a:lnTo>
                  <a:lnTo>
                    <a:pt x="120000" y="64380"/>
                  </a:lnTo>
                  <a:lnTo>
                    <a:pt x="119828" y="66119"/>
                  </a:lnTo>
                  <a:lnTo>
                    <a:pt x="119442" y="68083"/>
                  </a:lnTo>
                  <a:lnTo>
                    <a:pt x="118756" y="70241"/>
                  </a:lnTo>
                  <a:lnTo>
                    <a:pt x="117942" y="72689"/>
                  </a:lnTo>
                  <a:lnTo>
                    <a:pt x="116827" y="75523"/>
                  </a:lnTo>
                  <a:lnTo>
                    <a:pt x="115669" y="77906"/>
                  </a:lnTo>
                  <a:lnTo>
                    <a:pt x="114598" y="79935"/>
                  </a:lnTo>
                  <a:lnTo>
                    <a:pt x="113526" y="81610"/>
                  </a:lnTo>
                  <a:lnTo>
                    <a:pt x="112540" y="82962"/>
                  </a:lnTo>
                  <a:lnTo>
                    <a:pt x="111554" y="84025"/>
                  </a:lnTo>
                  <a:lnTo>
                    <a:pt x="110568" y="84798"/>
                  </a:lnTo>
                  <a:lnTo>
                    <a:pt x="109667" y="85314"/>
                  </a:lnTo>
                  <a:lnTo>
                    <a:pt x="108767" y="85668"/>
                  </a:lnTo>
                  <a:lnTo>
                    <a:pt x="107952" y="85797"/>
                  </a:lnTo>
                  <a:lnTo>
                    <a:pt x="107224" y="88373"/>
                  </a:lnTo>
                  <a:lnTo>
                    <a:pt x="106237" y="91078"/>
                  </a:lnTo>
                  <a:lnTo>
                    <a:pt x="104908" y="93784"/>
                  </a:lnTo>
                  <a:lnTo>
                    <a:pt x="103365" y="96489"/>
                  </a:lnTo>
                  <a:lnTo>
                    <a:pt x="101479" y="99194"/>
                  </a:lnTo>
                  <a:lnTo>
                    <a:pt x="99335" y="101900"/>
                  </a:lnTo>
                  <a:lnTo>
                    <a:pt x="96891" y="104476"/>
                  </a:lnTo>
                  <a:lnTo>
                    <a:pt x="94190" y="107020"/>
                  </a:lnTo>
                  <a:lnTo>
                    <a:pt x="91232" y="109404"/>
                  </a:lnTo>
                  <a:lnTo>
                    <a:pt x="88017" y="111626"/>
                  </a:lnTo>
                  <a:lnTo>
                    <a:pt x="84587" y="113655"/>
                  </a:lnTo>
                  <a:lnTo>
                    <a:pt x="80900" y="115426"/>
                  </a:lnTo>
                  <a:lnTo>
                    <a:pt x="76956" y="117037"/>
                  </a:lnTo>
                  <a:lnTo>
                    <a:pt x="72797" y="118325"/>
                  </a:lnTo>
                  <a:lnTo>
                    <a:pt x="68595" y="119259"/>
                  </a:lnTo>
                  <a:lnTo>
                    <a:pt x="64265" y="119806"/>
                  </a:lnTo>
                  <a:lnTo>
                    <a:pt x="59892" y="120000"/>
                  </a:lnTo>
                  <a:lnTo>
                    <a:pt x="55562" y="119806"/>
                  </a:lnTo>
                  <a:lnTo>
                    <a:pt x="51318" y="119323"/>
                  </a:lnTo>
                  <a:lnTo>
                    <a:pt x="47031" y="118389"/>
                  </a:lnTo>
                  <a:lnTo>
                    <a:pt x="42872" y="117101"/>
                  </a:lnTo>
                  <a:lnTo>
                    <a:pt x="38842" y="115491"/>
                  </a:lnTo>
                  <a:lnTo>
                    <a:pt x="35155" y="113719"/>
                  </a:lnTo>
                  <a:lnTo>
                    <a:pt x="31725" y="111690"/>
                  </a:lnTo>
                  <a:lnTo>
                    <a:pt x="28510" y="109468"/>
                  </a:lnTo>
                  <a:lnTo>
                    <a:pt x="25551" y="107085"/>
                  </a:lnTo>
                  <a:lnTo>
                    <a:pt x="22851" y="104541"/>
                  </a:lnTo>
                  <a:lnTo>
                    <a:pt x="20493" y="101964"/>
                  </a:lnTo>
                  <a:lnTo>
                    <a:pt x="18349" y="99259"/>
                  </a:lnTo>
                  <a:lnTo>
                    <a:pt x="16548" y="96553"/>
                  </a:lnTo>
                  <a:lnTo>
                    <a:pt x="15005" y="93784"/>
                  </a:lnTo>
                  <a:lnTo>
                    <a:pt x="13676" y="91078"/>
                  </a:lnTo>
                  <a:lnTo>
                    <a:pt x="12690" y="88373"/>
                  </a:lnTo>
                  <a:lnTo>
                    <a:pt x="12047" y="85797"/>
                  </a:lnTo>
                  <a:lnTo>
                    <a:pt x="11232" y="85668"/>
                  </a:lnTo>
                  <a:lnTo>
                    <a:pt x="10332" y="85314"/>
                  </a:lnTo>
                  <a:lnTo>
                    <a:pt x="9431" y="84798"/>
                  </a:lnTo>
                  <a:lnTo>
                    <a:pt x="8445" y="84025"/>
                  </a:lnTo>
                  <a:lnTo>
                    <a:pt x="7459" y="82962"/>
                  </a:lnTo>
                  <a:lnTo>
                    <a:pt x="6387" y="81610"/>
                  </a:lnTo>
                  <a:lnTo>
                    <a:pt x="5401" y="79935"/>
                  </a:lnTo>
                  <a:lnTo>
                    <a:pt x="4330" y="77906"/>
                  </a:lnTo>
                  <a:lnTo>
                    <a:pt x="3172" y="75523"/>
                  </a:lnTo>
                  <a:lnTo>
                    <a:pt x="2100" y="72689"/>
                  </a:lnTo>
                  <a:lnTo>
                    <a:pt x="1200" y="70241"/>
                  </a:lnTo>
                  <a:lnTo>
                    <a:pt x="643" y="68083"/>
                  </a:lnTo>
                  <a:lnTo>
                    <a:pt x="214" y="66119"/>
                  </a:lnTo>
                  <a:lnTo>
                    <a:pt x="0" y="64380"/>
                  </a:lnTo>
                  <a:lnTo>
                    <a:pt x="0" y="62930"/>
                  </a:lnTo>
                  <a:lnTo>
                    <a:pt x="128" y="61674"/>
                  </a:lnTo>
                  <a:lnTo>
                    <a:pt x="471" y="60579"/>
                  </a:lnTo>
                  <a:lnTo>
                    <a:pt x="900" y="59645"/>
                  </a:lnTo>
                  <a:lnTo>
                    <a:pt x="1457" y="58904"/>
                  </a:lnTo>
                  <a:lnTo>
                    <a:pt x="2015" y="58357"/>
                  </a:lnTo>
                  <a:lnTo>
                    <a:pt x="2786" y="57874"/>
                  </a:lnTo>
                  <a:lnTo>
                    <a:pt x="3601" y="57552"/>
                  </a:lnTo>
                  <a:lnTo>
                    <a:pt x="4415" y="57326"/>
                  </a:lnTo>
                  <a:lnTo>
                    <a:pt x="5316" y="57198"/>
                  </a:lnTo>
                  <a:lnTo>
                    <a:pt x="6216" y="57198"/>
                  </a:lnTo>
                  <a:lnTo>
                    <a:pt x="7116" y="57198"/>
                  </a:lnTo>
                  <a:lnTo>
                    <a:pt x="5873" y="54363"/>
                  </a:lnTo>
                  <a:lnTo>
                    <a:pt x="5058" y="51529"/>
                  </a:lnTo>
                  <a:lnTo>
                    <a:pt x="4330" y="48341"/>
                  </a:lnTo>
                  <a:lnTo>
                    <a:pt x="3815" y="45217"/>
                  </a:lnTo>
                  <a:lnTo>
                    <a:pt x="3601" y="42190"/>
                  </a:lnTo>
                  <a:lnTo>
                    <a:pt x="3687" y="39162"/>
                  </a:lnTo>
                  <a:lnTo>
                    <a:pt x="4158" y="36231"/>
                  </a:lnTo>
                  <a:lnTo>
                    <a:pt x="4887" y="33333"/>
                  </a:lnTo>
                  <a:lnTo>
                    <a:pt x="6130" y="30144"/>
                  </a:lnTo>
                  <a:lnTo>
                    <a:pt x="7674" y="27117"/>
                  </a:lnTo>
                  <a:lnTo>
                    <a:pt x="9474" y="24283"/>
                  </a:lnTo>
                  <a:lnTo>
                    <a:pt x="11618" y="21642"/>
                  </a:lnTo>
                  <a:lnTo>
                    <a:pt x="13933" y="19194"/>
                  </a:lnTo>
                  <a:lnTo>
                    <a:pt x="16463" y="16908"/>
                  </a:lnTo>
                  <a:lnTo>
                    <a:pt x="19078" y="14750"/>
                  </a:lnTo>
                  <a:lnTo>
                    <a:pt x="22036" y="12495"/>
                  </a:lnTo>
                  <a:lnTo>
                    <a:pt x="25294" y="10402"/>
                  </a:lnTo>
                  <a:lnTo>
                    <a:pt x="28681" y="8438"/>
                  </a:lnTo>
                  <a:lnTo>
                    <a:pt x="32111" y="6634"/>
                  </a:lnTo>
                  <a:lnTo>
                    <a:pt x="35069" y="5217"/>
                  </a:lnTo>
                  <a:lnTo>
                    <a:pt x="38199" y="3929"/>
                  </a:lnTo>
                  <a:lnTo>
                    <a:pt x="41457" y="2769"/>
                  </a:lnTo>
                  <a:lnTo>
                    <a:pt x="44844" y="1771"/>
                  </a:lnTo>
                  <a:lnTo>
                    <a:pt x="48531" y="966"/>
                  </a:lnTo>
                  <a:lnTo>
                    <a:pt x="52390" y="418"/>
                  </a:lnTo>
                  <a:lnTo>
                    <a:pt x="56377" y="128"/>
                  </a:lnTo>
                  <a:lnTo>
                    <a:pt x="60407" y="0"/>
                  </a:lnTo>
                  <a:close/>
                </a:path>
              </a:pathLst>
            </a:custGeom>
            <a:grpFill/>
            <a:ln w="28575">
              <a:solidFill>
                <a:schemeClr val="tx1"/>
              </a:solid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sp>
          <p:nvSpPr>
            <p:cNvPr id="13" name="Google Shape;1199;p53">
              <a:extLst>
                <a:ext uri="{FF2B5EF4-FFF2-40B4-BE49-F238E27FC236}">
                  <a16:creationId xmlns:a16="http://schemas.microsoft.com/office/drawing/2014/main" id="{ED344CBB-4690-4852-99D4-6E850B551F89}"/>
                </a:ext>
              </a:extLst>
            </p:cNvPr>
            <p:cNvSpPr/>
            <p:nvPr/>
          </p:nvSpPr>
          <p:spPr>
            <a:xfrm>
              <a:off x="7337425" y="2987681"/>
              <a:ext cx="4208400" cy="2152494"/>
            </a:xfrm>
            <a:custGeom>
              <a:avLst/>
              <a:gdLst/>
              <a:ahLst/>
              <a:cxnLst/>
              <a:rect l="l" t="t" r="r" b="b"/>
              <a:pathLst>
                <a:path w="120000" h="120000" extrusionOk="0">
                  <a:moveTo>
                    <a:pt x="38695" y="0"/>
                  </a:moveTo>
                  <a:lnTo>
                    <a:pt x="48199" y="58938"/>
                  </a:lnTo>
                  <a:lnTo>
                    <a:pt x="50032" y="69992"/>
                  </a:lnTo>
                  <a:lnTo>
                    <a:pt x="50054" y="69815"/>
                  </a:lnTo>
                  <a:lnTo>
                    <a:pt x="51616" y="79189"/>
                  </a:lnTo>
                  <a:lnTo>
                    <a:pt x="56639" y="51333"/>
                  </a:lnTo>
                  <a:lnTo>
                    <a:pt x="55440" y="47885"/>
                  </a:lnTo>
                  <a:lnTo>
                    <a:pt x="54399" y="44568"/>
                  </a:lnTo>
                  <a:lnTo>
                    <a:pt x="53562" y="41650"/>
                  </a:lnTo>
                  <a:lnTo>
                    <a:pt x="52928" y="38865"/>
                  </a:lnTo>
                  <a:lnTo>
                    <a:pt x="52408" y="36300"/>
                  </a:lnTo>
                  <a:lnTo>
                    <a:pt x="52046" y="34045"/>
                  </a:lnTo>
                  <a:lnTo>
                    <a:pt x="51842" y="31923"/>
                  </a:lnTo>
                  <a:lnTo>
                    <a:pt x="51751" y="29977"/>
                  </a:lnTo>
                  <a:lnTo>
                    <a:pt x="51797" y="28209"/>
                  </a:lnTo>
                  <a:lnTo>
                    <a:pt x="51932" y="26705"/>
                  </a:lnTo>
                  <a:lnTo>
                    <a:pt x="52181" y="25246"/>
                  </a:lnTo>
                  <a:lnTo>
                    <a:pt x="52521" y="24053"/>
                  </a:lnTo>
                  <a:lnTo>
                    <a:pt x="52928" y="22991"/>
                  </a:lnTo>
                  <a:lnTo>
                    <a:pt x="53358" y="22063"/>
                  </a:lnTo>
                  <a:lnTo>
                    <a:pt x="53878" y="21179"/>
                  </a:lnTo>
                  <a:lnTo>
                    <a:pt x="54444" y="20427"/>
                  </a:lnTo>
                  <a:lnTo>
                    <a:pt x="54987" y="19941"/>
                  </a:lnTo>
                  <a:lnTo>
                    <a:pt x="55598" y="19410"/>
                  </a:lnTo>
                  <a:lnTo>
                    <a:pt x="56209" y="19012"/>
                  </a:lnTo>
                  <a:lnTo>
                    <a:pt x="56820" y="18658"/>
                  </a:lnTo>
                  <a:lnTo>
                    <a:pt x="57386" y="18393"/>
                  </a:lnTo>
                  <a:lnTo>
                    <a:pt x="57929" y="18260"/>
                  </a:lnTo>
                  <a:lnTo>
                    <a:pt x="58427" y="18172"/>
                  </a:lnTo>
                  <a:lnTo>
                    <a:pt x="58902" y="18084"/>
                  </a:lnTo>
                  <a:lnTo>
                    <a:pt x="59287" y="17995"/>
                  </a:lnTo>
                  <a:lnTo>
                    <a:pt x="59626" y="17995"/>
                  </a:lnTo>
                  <a:lnTo>
                    <a:pt x="59852" y="17995"/>
                  </a:lnTo>
                  <a:lnTo>
                    <a:pt x="59966" y="17995"/>
                  </a:lnTo>
                  <a:lnTo>
                    <a:pt x="60101" y="17995"/>
                  </a:lnTo>
                  <a:lnTo>
                    <a:pt x="60373" y="17995"/>
                  </a:lnTo>
                  <a:lnTo>
                    <a:pt x="60712" y="17995"/>
                  </a:lnTo>
                  <a:lnTo>
                    <a:pt x="61097" y="18084"/>
                  </a:lnTo>
                  <a:lnTo>
                    <a:pt x="61527" y="18172"/>
                  </a:lnTo>
                  <a:lnTo>
                    <a:pt x="62047" y="18260"/>
                  </a:lnTo>
                  <a:lnTo>
                    <a:pt x="62613" y="18393"/>
                  </a:lnTo>
                  <a:lnTo>
                    <a:pt x="63179" y="18658"/>
                  </a:lnTo>
                  <a:lnTo>
                    <a:pt x="63790" y="19012"/>
                  </a:lnTo>
                  <a:lnTo>
                    <a:pt x="64378" y="19410"/>
                  </a:lnTo>
                  <a:lnTo>
                    <a:pt x="64989" y="19941"/>
                  </a:lnTo>
                  <a:lnTo>
                    <a:pt x="65555" y="20427"/>
                  </a:lnTo>
                  <a:lnTo>
                    <a:pt x="66121" y="21179"/>
                  </a:lnTo>
                  <a:lnTo>
                    <a:pt x="66641" y="22063"/>
                  </a:lnTo>
                  <a:lnTo>
                    <a:pt x="67071" y="22991"/>
                  </a:lnTo>
                  <a:lnTo>
                    <a:pt x="67456" y="24053"/>
                  </a:lnTo>
                  <a:lnTo>
                    <a:pt x="67795" y="25246"/>
                  </a:lnTo>
                  <a:lnTo>
                    <a:pt x="68067" y="26705"/>
                  </a:lnTo>
                  <a:lnTo>
                    <a:pt x="68202" y="28209"/>
                  </a:lnTo>
                  <a:lnTo>
                    <a:pt x="68248" y="29977"/>
                  </a:lnTo>
                  <a:lnTo>
                    <a:pt x="68157" y="31923"/>
                  </a:lnTo>
                  <a:lnTo>
                    <a:pt x="67931" y="34045"/>
                  </a:lnTo>
                  <a:lnTo>
                    <a:pt x="67591" y="36300"/>
                  </a:lnTo>
                  <a:lnTo>
                    <a:pt x="67071" y="38865"/>
                  </a:lnTo>
                  <a:lnTo>
                    <a:pt x="66415" y="41650"/>
                  </a:lnTo>
                  <a:lnTo>
                    <a:pt x="65600" y="44568"/>
                  </a:lnTo>
                  <a:lnTo>
                    <a:pt x="64559" y="47885"/>
                  </a:lnTo>
                  <a:lnTo>
                    <a:pt x="63360" y="51333"/>
                  </a:lnTo>
                  <a:lnTo>
                    <a:pt x="68361" y="79189"/>
                  </a:lnTo>
                  <a:lnTo>
                    <a:pt x="69922" y="69815"/>
                  </a:lnTo>
                  <a:lnTo>
                    <a:pt x="69967" y="69992"/>
                  </a:lnTo>
                  <a:lnTo>
                    <a:pt x="71778" y="58938"/>
                  </a:lnTo>
                  <a:lnTo>
                    <a:pt x="81304" y="0"/>
                  </a:lnTo>
                  <a:lnTo>
                    <a:pt x="81395" y="176"/>
                  </a:lnTo>
                  <a:lnTo>
                    <a:pt x="81644" y="530"/>
                  </a:lnTo>
                  <a:lnTo>
                    <a:pt x="82096" y="1105"/>
                  </a:lnTo>
                  <a:lnTo>
                    <a:pt x="82685" y="1857"/>
                  </a:lnTo>
                  <a:lnTo>
                    <a:pt x="83477" y="2785"/>
                  </a:lnTo>
                  <a:lnTo>
                    <a:pt x="84337" y="3802"/>
                  </a:lnTo>
                  <a:lnTo>
                    <a:pt x="85423" y="5084"/>
                  </a:lnTo>
                  <a:lnTo>
                    <a:pt x="86577" y="6411"/>
                  </a:lnTo>
                  <a:lnTo>
                    <a:pt x="87889" y="7870"/>
                  </a:lnTo>
                  <a:lnTo>
                    <a:pt x="89315" y="9373"/>
                  </a:lnTo>
                  <a:lnTo>
                    <a:pt x="90831" y="10876"/>
                  </a:lnTo>
                  <a:lnTo>
                    <a:pt x="92460" y="12512"/>
                  </a:lnTo>
                  <a:lnTo>
                    <a:pt x="94248" y="14104"/>
                  </a:lnTo>
                  <a:lnTo>
                    <a:pt x="96058" y="15696"/>
                  </a:lnTo>
                  <a:lnTo>
                    <a:pt x="97959" y="17332"/>
                  </a:lnTo>
                  <a:lnTo>
                    <a:pt x="99950" y="18924"/>
                  </a:lnTo>
                  <a:lnTo>
                    <a:pt x="102032" y="20338"/>
                  </a:lnTo>
                  <a:lnTo>
                    <a:pt x="104159" y="21798"/>
                  </a:lnTo>
                  <a:lnTo>
                    <a:pt x="106354" y="23124"/>
                  </a:lnTo>
                  <a:lnTo>
                    <a:pt x="108572" y="24318"/>
                  </a:lnTo>
                  <a:lnTo>
                    <a:pt x="110247" y="25335"/>
                  </a:lnTo>
                  <a:lnTo>
                    <a:pt x="111763" y="26705"/>
                  </a:lnTo>
                  <a:lnTo>
                    <a:pt x="113143" y="28297"/>
                  </a:lnTo>
                  <a:lnTo>
                    <a:pt x="114365" y="30154"/>
                  </a:lnTo>
                  <a:lnTo>
                    <a:pt x="115406" y="32188"/>
                  </a:lnTo>
                  <a:lnTo>
                    <a:pt x="116311" y="34443"/>
                  </a:lnTo>
                  <a:lnTo>
                    <a:pt x="117126" y="36919"/>
                  </a:lnTo>
                  <a:lnTo>
                    <a:pt x="117827" y="39439"/>
                  </a:lnTo>
                  <a:lnTo>
                    <a:pt x="118393" y="42048"/>
                  </a:lnTo>
                  <a:lnTo>
                    <a:pt x="118868" y="44745"/>
                  </a:lnTo>
                  <a:lnTo>
                    <a:pt x="119207" y="47531"/>
                  </a:lnTo>
                  <a:lnTo>
                    <a:pt x="119524" y="50228"/>
                  </a:lnTo>
                  <a:lnTo>
                    <a:pt x="119728" y="53014"/>
                  </a:lnTo>
                  <a:lnTo>
                    <a:pt x="119864" y="55711"/>
                  </a:lnTo>
                  <a:lnTo>
                    <a:pt x="119954" y="58364"/>
                  </a:lnTo>
                  <a:lnTo>
                    <a:pt x="120000" y="60972"/>
                  </a:lnTo>
                  <a:lnTo>
                    <a:pt x="120000" y="63316"/>
                  </a:lnTo>
                  <a:lnTo>
                    <a:pt x="119954" y="65615"/>
                  </a:lnTo>
                  <a:lnTo>
                    <a:pt x="119909" y="67737"/>
                  </a:lnTo>
                  <a:lnTo>
                    <a:pt x="119909" y="67958"/>
                  </a:lnTo>
                  <a:lnTo>
                    <a:pt x="119864" y="68798"/>
                  </a:lnTo>
                  <a:lnTo>
                    <a:pt x="119818" y="70081"/>
                  </a:lnTo>
                  <a:lnTo>
                    <a:pt x="119728" y="71672"/>
                  </a:lnTo>
                  <a:lnTo>
                    <a:pt x="119637" y="73706"/>
                  </a:lnTo>
                  <a:lnTo>
                    <a:pt x="119547" y="75917"/>
                  </a:lnTo>
                  <a:lnTo>
                    <a:pt x="119434" y="78260"/>
                  </a:lnTo>
                  <a:lnTo>
                    <a:pt x="119298" y="80825"/>
                  </a:lnTo>
                  <a:lnTo>
                    <a:pt x="119162" y="83257"/>
                  </a:lnTo>
                  <a:lnTo>
                    <a:pt x="119049" y="85777"/>
                  </a:lnTo>
                  <a:lnTo>
                    <a:pt x="118913" y="88076"/>
                  </a:lnTo>
                  <a:lnTo>
                    <a:pt x="118732" y="90287"/>
                  </a:lnTo>
                  <a:lnTo>
                    <a:pt x="118597" y="92144"/>
                  </a:lnTo>
                  <a:lnTo>
                    <a:pt x="118483" y="92188"/>
                  </a:lnTo>
                  <a:lnTo>
                    <a:pt x="118212" y="92630"/>
                  </a:lnTo>
                  <a:lnTo>
                    <a:pt x="117737" y="93117"/>
                  </a:lnTo>
                  <a:lnTo>
                    <a:pt x="117058" y="93913"/>
                  </a:lnTo>
                  <a:lnTo>
                    <a:pt x="116221" y="94841"/>
                  </a:lnTo>
                  <a:lnTo>
                    <a:pt x="115180" y="95902"/>
                  </a:lnTo>
                  <a:lnTo>
                    <a:pt x="113980" y="97096"/>
                  </a:lnTo>
                  <a:lnTo>
                    <a:pt x="112600" y="98378"/>
                  </a:lnTo>
                  <a:lnTo>
                    <a:pt x="110993" y="99793"/>
                  </a:lnTo>
                  <a:lnTo>
                    <a:pt x="109251" y="101341"/>
                  </a:lnTo>
                  <a:lnTo>
                    <a:pt x="107350" y="102844"/>
                  </a:lnTo>
                  <a:lnTo>
                    <a:pt x="105268" y="104436"/>
                  </a:lnTo>
                  <a:lnTo>
                    <a:pt x="103028" y="106072"/>
                  </a:lnTo>
                  <a:lnTo>
                    <a:pt x="100652" y="107663"/>
                  </a:lnTo>
                  <a:lnTo>
                    <a:pt x="98095" y="109255"/>
                  </a:lnTo>
                  <a:lnTo>
                    <a:pt x="95379" y="110803"/>
                  </a:lnTo>
                  <a:lnTo>
                    <a:pt x="92460" y="112218"/>
                  </a:lnTo>
                  <a:lnTo>
                    <a:pt x="89451" y="113633"/>
                  </a:lnTo>
                  <a:lnTo>
                    <a:pt x="86237" y="115003"/>
                  </a:lnTo>
                  <a:lnTo>
                    <a:pt x="82911" y="116197"/>
                  </a:lnTo>
                  <a:lnTo>
                    <a:pt x="79449" y="117302"/>
                  </a:lnTo>
                  <a:lnTo>
                    <a:pt x="75806" y="118231"/>
                  </a:lnTo>
                  <a:lnTo>
                    <a:pt x="72095" y="118894"/>
                  </a:lnTo>
                  <a:lnTo>
                    <a:pt x="68157" y="119469"/>
                  </a:lnTo>
                  <a:lnTo>
                    <a:pt x="64129" y="119823"/>
                  </a:lnTo>
                  <a:lnTo>
                    <a:pt x="59966" y="119999"/>
                  </a:lnTo>
                  <a:lnTo>
                    <a:pt x="55779" y="119823"/>
                  </a:lnTo>
                  <a:lnTo>
                    <a:pt x="51751" y="119469"/>
                  </a:lnTo>
                  <a:lnTo>
                    <a:pt x="47859" y="118894"/>
                  </a:lnTo>
                  <a:lnTo>
                    <a:pt x="44103" y="118142"/>
                  </a:lnTo>
                  <a:lnTo>
                    <a:pt x="40460" y="117214"/>
                  </a:lnTo>
                  <a:lnTo>
                    <a:pt x="36997" y="116197"/>
                  </a:lnTo>
                  <a:lnTo>
                    <a:pt x="33671" y="115003"/>
                  </a:lnTo>
                  <a:lnTo>
                    <a:pt x="30503" y="113633"/>
                  </a:lnTo>
                  <a:lnTo>
                    <a:pt x="27471" y="112218"/>
                  </a:lnTo>
                  <a:lnTo>
                    <a:pt x="24574" y="110803"/>
                  </a:lnTo>
                  <a:lnTo>
                    <a:pt x="21859" y="109167"/>
                  </a:lnTo>
                  <a:lnTo>
                    <a:pt x="19302" y="107575"/>
                  </a:lnTo>
                  <a:lnTo>
                    <a:pt x="16881" y="106072"/>
                  </a:lnTo>
                  <a:lnTo>
                    <a:pt x="14618" y="104436"/>
                  </a:lnTo>
                  <a:lnTo>
                    <a:pt x="12558" y="102844"/>
                  </a:lnTo>
                  <a:lnTo>
                    <a:pt x="10635" y="101341"/>
                  </a:lnTo>
                  <a:lnTo>
                    <a:pt x="8915" y="99793"/>
                  </a:lnTo>
                  <a:lnTo>
                    <a:pt x="7354" y="98378"/>
                  </a:lnTo>
                  <a:lnTo>
                    <a:pt x="5973" y="97096"/>
                  </a:lnTo>
                  <a:lnTo>
                    <a:pt x="4752" y="95858"/>
                  </a:lnTo>
                  <a:lnTo>
                    <a:pt x="3711" y="94841"/>
                  </a:lnTo>
                  <a:lnTo>
                    <a:pt x="2851" y="93913"/>
                  </a:lnTo>
                  <a:lnTo>
                    <a:pt x="2217" y="93117"/>
                  </a:lnTo>
                  <a:lnTo>
                    <a:pt x="1719" y="92542"/>
                  </a:lnTo>
                  <a:lnTo>
                    <a:pt x="1425" y="92188"/>
                  </a:lnTo>
                  <a:lnTo>
                    <a:pt x="1335" y="92144"/>
                  </a:lnTo>
                  <a:lnTo>
                    <a:pt x="1221" y="90287"/>
                  </a:lnTo>
                  <a:lnTo>
                    <a:pt x="1040" y="88076"/>
                  </a:lnTo>
                  <a:lnTo>
                    <a:pt x="905" y="85777"/>
                  </a:lnTo>
                  <a:lnTo>
                    <a:pt x="769" y="83257"/>
                  </a:lnTo>
                  <a:lnTo>
                    <a:pt x="656" y="80825"/>
                  </a:lnTo>
                  <a:lnTo>
                    <a:pt x="520" y="78260"/>
                  </a:lnTo>
                  <a:lnTo>
                    <a:pt x="384" y="75917"/>
                  </a:lnTo>
                  <a:lnTo>
                    <a:pt x="294" y="73706"/>
                  </a:lnTo>
                  <a:lnTo>
                    <a:pt x="226" y="71672"/>
                  </a:lnTo>
                  <a:lnTo>
                    <a:pt x="181" y="70081"/>
                  </a:lnTo>
                  <a:lnTo>
                    <a:pt x="135" y="68798"/>
                  </a:lnTo>
                  <a:lnTo>
                    <a:pt x="90" y="67958"/>
                  </a:lnTo>
                  <a:lnTo>
                    <a:pt x="90" y="67737"/>
                  </a:lnTo>
                  <a:lnTo>
                    <a:pt x="45" y="65615"/>
                  </a:lnTo>
                  <a:lnTo>
                    <a:pt x="0" y="63316"/>
                  </a:lnTo>
                  <a:lnTo>
                    <a:pt x="0" y="60884"/>
                  </a:lnTo>
                  <a:lnTo>
                    <a:pt x="45" y="58364"/>
                  </a:lnTo>
                  <a:lnTo>
                    <a:pt x="135" y="55711"/>
                  </a:lnTo>
                  <a:lnTo>
                    <a:pt x="248" y="53014"/>
                  </a:lnTo>
                  <a:lnTo>
                    <a:pt x="475" y="50228"/>
                  </a:lnTo>
                  <a:lnTo>
                    <a:pt x="769" y="47442"/>
                  </a:lnTo>
                  <a:lnTo>
                    <a:pt x="1131" y="44745"/>
                  </a:lnTo>
                  <a:lnTo>
                    <a:pt x="1606" y="41960"/>
                  </a:lnTo>
                  <a:lnTo>
                    <a:pt x="2172" y="39351"/>
                  </a:lnTo>
                  <a:lnTo>
                    <a:pt x="2851" y="36831"/>
                  </a:lnTo>
                  <a:lnTo>
                    <a:pt x="3688" y="34443"/>
                  </a:lnTo>
                  <a:lnTo>
                    <a:pt x="4593" y="32188"/>
                  </a:lnTo>
                  <a:lnTo>
                    <a:pt x="5634" y="30154"/>
                  </a:lnTo>
                  <a:lnTo>
                    <a:pt x="6833" y="28297"/>
                  </a:lnTo>
                  <a:lnTo>
                    <a:pt x="8214" y="26705"/>
                  </a:lnTo>
                  <a:lnTo>
                    <a:pt x="9730" y="25335"/>
                  </a:lnTo>
                  <a:lnTo>
                    <a:pt x="11382" y="24318"/>
                  </a:lnTo>
                  <a:lnTo>
                    <a:pt x="13622" y="23124"/>
                  </a:lnTo>
                  <a:lnTo>
                    <a:pt x="15840" y="21798"/>
                  </a:lnTo>
                  <a:lnTo>
                    <a:pt x="17967" y="20338"/>
                  </a:lnTo>
                  <a:lnTo>
                    <a:pt x="20026" y="18924"/>
                  </a:lnTo>
                  <a:lnTo>
                    <a:pt x="22017" y="17332"/>
                  </a:lnTo>
                  <a:lnTo>
                    <a:pt x="23918" y="15696"/>
                  </a:lnTo>
                  <a:lnTo>
                    <a:pt x="25751" y="14104"/>
                  </a:lnTo>
                  <a:lnTo>
                    <a:pt x="27516" y="12512"/>
                  </a:lnTo>
                  <a:lnTo>
                    <a:pt x="29168" y="10876"/>
                  </a:lnTo>
                  <a:lnTo>
                    <a:pt x="30684" y="9373"/>
                  </a:lnTo>
                  <a:lnTo>
                    <a:pt x="32110" y="7870"/>
                  </a:lnTo>
                  <a:lnTo>
                    <a:pt x="33399" y="6411"/>
                  </a:lnTo>
                  <a:lnTo>
                    <a:pt x="34576" y="5084"/>
                  </a:lnTo>
                  <a:lnTo>
                    <a:pt x="35662" y="3802"/>
                  </a:lnTo>
                  <a:lnTo>
                    <a:pt x="36522" y="2785"/>
                  </a:lnTo>
                  <a:lnTo>
                    <a:pt x="37292" y="1857"/>
                  </a:lnTo>
                  <a:lnTo>
                    <a:pt x="37903" y="1105"/>
                  </a:lnTo>
                  <a:lnTo>
                    <a:pt x="38333" y="530"/>
                  </a:lnTo>
                  <a:lnTo>
                    <a:pt x="38604" y="176"/>
                  </a:lnTo>
                  <a:lnTo>
                    <a:pt x="38695" y="0"/>
                  </a:lnTo>
                  <a:close/>
                </a:path>
              </a:pathLst>
            </a:custGeom>
            <a:grpFill/>
            <a:ln w="28575">
              <a:solidFill>
                <a:schemeClr val="tx1"/>
              </a:solid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rgbClr val="000000"/>
                </a:solidFill>
                <a:latin typeface="Calibri"/>
                <a:ea typeface="Calibri"/>
                <a:cs typeface="Calibri"/>
                <a:sym typeface="Calibri"/>
              </a:endParaRPr>
            </a:p>
          </p:txBody>
        </p:sp>
      </p:grpSp>
      <p:grpSp>
        <p:nvGrpSpPr>
          <p:cNvPr id="14" name="Google Shape;648;p44">
            <a:extLst>
              <a:ext uri="{FF2B5EF4-FFF2-40B4-BE49-F238E27FC236}">
                <a16:creationId xmlns:a16="http://schemas.microsoft.com/office/drawing/2014/main" id="{384DA35D-CD3A-4ACF-A63B-EA8E355F09D4}"/>
              </a:ext>
            </a:extLst>
          </p:cNvPr>
          <p:cNvGrpSpPr/>
          <p:nvPr/>
        </p:nvGrpSpPr>
        <p:grpSpPr>
          <a:xfrm>
            <a:off x="4842967" y="2310353"/>
            <a:ext cx="2639563" cy="2874543"/>
            <a:chOff x="3395619" y="1394296"/>
            <a:chExt cx="2352761" cy="2572500"/>
          </a:xfrm>
        </p:grpSpPr>
        <p:grpSp>
          <p:nvGrpSpPr>
            <p:cNvPr id="15" name="Google Shape;649;p44">
              <a:extLst>
                <a:ext uri="{FF2B5EF4-FFF2-40B4-BE49-F238E27FC236}">
                  <a16:creationId xmlns:a16="http://schemas.microsoft.com/office/drawing/2014/main" id="{8A8426BA-F112-4B7A-9153-463C5190F859}"/>
                </a:ext>
              </a:extLst>
            </p:cNvPr>
            <p:cNvGrpSpPr/>
            <p:nvPr/>
          </p:nvGrpSpPr>
          <p:grpSpPr>
            <a:xfrm>
              <a:off x="3395619" y="1394296"/>
              <a:ext cx="2352761" cy="2354908"/>
              <a:chOff x="2600775" y="1409700"/>
              <a:chExt cx="1972800" cy="1974600"/>
            </a:xfrm>
          </p:grpSpPr>
          <p:sp>
            <p:nvSpPr>
              <p:cNvPr id="19" name="Google Shape;650;p44">
                <a:extLst>
                  <a:ext uri="{FF2B5EF4-FFF2-40B4-BE49-F238E27FC236}">
                    <a16:creationId xmlns:a16="http://schemas.microsoft.com/office/drawing/2014/main" id="{AFC54DC5-711F-46B1-A5F1-5D6A0F191117}"/>
                  </a:ext>
                </a:extLst>
              </p:cNvPr>
              <p:cNvSpPr/>
              <p:nvPr/>
            </p:nvSpPr>
            <p:spPr>
              <a:xfrm>
                <a:off x="2600775" y="1409700"/>
                <a:ext cx="1972800" cy="1974600"/>
              </a:xfrm>
              <a:prstGeom prst="ellipse">
                <a:avLst/>
              </a:prstGeom>
              <a:noFill/>
              <a:ln w="76200" cap="flat" cmpd="sng">
                <a:solidFill>
                  <a:schemeClr val="bg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651;p44">
                <a:extLst>
                  <a:ext uri="{FF2B5EF4-FFF2-40B4-BE49-F238E27FC236}">
                    <a16:creationId xmlns:a16="http://schemas.microsoft.com/office/drawing/2014/main" id="{95E3DFA2-7ECE-4ACC-AB8D-E5BE6ECA1B3C}"/>
                  </a:ext>
                </a:extLst>
              </p:cNvPr>
              <p:cNvSpPr/>
              <p:nvPr/>
            </p:nvSpPr>
            <p:spPr>
              <a:xfrm>
                <a:off x="2811075" y="1620300"/>
                <a:ext cx="1552200" cy="1553400"/>
              </a:xfrm>
              <a:prstGeom prst="ellipse">
                <a:avLst/>
              </a:prstGeom>
              <a:noFill/>
              <a:ln w="76200" cap="flat" cmpd="sng">
                <a:solidFill>
                  <a:schemeClr val="accent6">
                    <a:lumMod val="75000"/>
                    <a:lumOff val="2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652;p44">
                <a:extLst>
                  <a:ext uri="{FF2B5EF4-FFF2-40B4-BE49-F238E27FC236}">
                    <a16:creationId xmlns:a16="http://schemas.microsoft.com/office/drawing/2014/main" id="{A2457BBC-52B8-4EED-99D8-AEE2530A2A4A}"/>
                  </a:ext>
                </a:extLst>
              </p:cNvPr>
              <p:cNvSpPr/>
              <p:nvPr/>
            </p:nvSpPr>
            <p:spPr>
              <a:xfrm>
                <a:off x="3017175" y="1826550"/>
                <a:ext cx="1140000" cy="1140900"/>
              </a:xfrm>
              <a:prstGeom prst="ellipse">
                <a:avLst/>
              </a:prstGeom>
              <a:noFill/>
              <a:ln w="76200" cap="flat" cmpd="sng">
                <a:solidFill>
                  <a:schemeClr val="bg2">
                    <a:lumMod val="75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653;p44">
                <a:extLst>
                  <a:ext uri="{FF2B5EF4-FFF2-40B4-BE49-F238E27FC236}">
                    <a16:creationId xmlns:a16="http://schemas.microsoft.com/office/drawing/2014/main" id="{D4C03544-E0F4-4C0D-B301-B0F15667F95C}"/>
                  </a:ext>
                </a:extLst>
              </p:cNvPr>
              <p:cNvSpPr/>
              <p:nvPr/>
            </p:nvSpPr>
            <p:spPr>
              <a:xfrm>
                <a:off x="3210375" y="2019900"/>
                <a:ext cx="753600" cy="754200"/>
              </a:xfrm>
              <a:prstGeom prst="ellipse">
                <a:avLst/>
              </a:prstGeom>
              <a:noFill/>
              <a:ln w="76200" cap="flat" cmpd="sng">
                <a:solidFill>
                  <a:schemeClr val="accent6">
                    <a:lumMod val="50000"/>
                    <a:lumOff val="50000"/>
                  </a:schemeClr>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654;p44">
                <a:extLst>
                  <a:ext uri="{FF2B5EF4-FFF2-40B4-BE49-F238E27FC236}">
                    <a16:creationId xmlns:a16="http://schemas.microsoft.com/office/drawing/2014/main" id="{E67BA5E1-CA31-4375-AF1D-268F6D179D43}"/>
                  </a:ext>
                </a:extLst>
              </p:cNvPr>
              <p:cNvSpPr/>
              <p:nvPr/>
            </p:nvSpPr>
            <p:spPr>
              <a:xfrm>
                <a:off x="3389775" y="2199450"/>
                <a:ext cx="394800" cy="395100"/>
              </a:xfrm>
              <a:prstGeom prst="ellipse">
                <a:avLst/>
              </a:prstGeom>
              <a:solidFill>
                <a:schemeClr val="accent1"/>
              </a:solidFill>
              <a:ln w="76200" cap="flat" cmpd="sng">
                <a:solidFill>
                  <a:srgbClr val="FF505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655;p44">
              <a:extLst>
                <a:ext uri="{FF2B5EF4-FFF2-40B4-BE49-F238E27FC236}">
                  <a16:creationId xmlns:a16="http://schemas.microsoft.com/office/drawing/2014/main" id="{BF42D875-1336-424B-BE1A-AA1610724C7E}"/>
                </a:ext>
              </a:extLst>
            </p:cNvPr>
            <p:cNvSpPr/>
            <p:nvPr/>
          </p:nvSpPr>
          <p:spPr>
            <a:xfrm>
              <a:off x="4488000" y="2487750"/>
              <a:ext cx="168000" cy="168000"/>
            </a:xfrm>
            <a:prstGeom prst="ellipse">
              <a:avLst/>
            </a:prstGeom>
            <a:solidFill>
              <a:srgbClr val="FFFFFF"/>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656;p44">
              <a:extLst>
                <a:ext uri="{FF2B5EF4-FFF2-40B4-BE49-F238E27FC236}">
                  <a16:creationId xmlns:a16="http://schemas.microsoft.com/office/drawing/2014/main" id="{DB78C959-4030-4F1D-8AA7-5B0C55C98BDA}"/>
                </a:ext>
              </a:extLst>
            </p:cNvPr>
            <p:cNvSpPr/>
            <p:nvPr/>
          </p:nvSpPr>
          <p:spPr>
            <a:xfrm rot="-7200143">
              <a:off x="4968158" y="3565405"/>
              <a:ext cx="496764" cy="248382"/>
            </a:xfrm>
            <a:prstGeom prst="chevron">
              <a:avLst>
                <a:gd name="adj" fmla="val 50000"/>
              </a:avLst>
            </a:prstGeom>
            <a:solidFill>
              <a:schemeClr val="accent1"/>
            </a:solidFill>
            <a:ln>
              <a:solidFill>
                <a:srgbClr val="FF5050"/>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657;p44">
              <a:extLst>
                <a:ext uri="{FF2B5EF4-FFF2-40B4-BE49-F238E27FC236}">
                  <a16:creationId xmlns:a16="http://schemas.microsoft.com/office/drawing/2014/main" id="{083A9D6B-F563-493E-898A-87A0E73F73DB}"/>
                </a:ext>
              </a:extLst>
            </p:cNvPr>
            <p:cNvSpPr/>
            <p:nvPr/>
          </p:nvSpPr>
          <p:spPr>
            <a:xfrm rot="3600455">
              <a:off x="4186306" y="3200168"/>
              <a:ext cx="1541754" cy="80375"/>
            </a:xfrm>
            <a:prstGeom prst="roundRect">
              <a:avLst>
                <a:gd name="adj" fmla="val 50000"/>
              </a:avLst>
            </a:prstGeom>
            <a:solidFill>
              <a:srgbClr val="FFFFFF"/>
            </a:solidFill>
            <a:ln>
              <a:solidFill>
                <a:schemeClr val="tx1"/>
              </a:solid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4" name="Oval 23">
            <a:extLst>
              <a:ext uri="{FF2B5EF4-FFF2-40B4-BE49-F238E27FC236}">
                <a16:creationId xmlns:a16="http://schemas.microsoft.com/office/drawing/2014/main" id="{C0005F1E-9B49-4CF1-A102-3D036E989870}"/>
              </a:ext>
            </a:extLst>
          </p:cNvPr>
          <p:cNvSpPr/>
          <p:nvPr/>
        </p:nvSpPr>
        <p:spPr>
          <a:xfrm>
            <a:off x="3739164" y="1950086"/>
            <a:ext cx="854736" cy="848609"/>
          </a:xfrm>
          <a:prstGeom prst="ellipse">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oogle Shape;1319;p54">
            <a:extLst>
              <a:ext uri="{FF2B5EF4-FFF2-40B4-BE49-F238E27FC236}">
                <a16:creationId xmlns:a16="http://schemas.microsoft.com/office/drawing/2014/main" id="{9DD1FE19-EDEA-421E-BD84-1A4502C6AEB8}"/>
              </a:ext>
            </a:extLst>
          </p:cNvPr>
          <p:cNvSpPr/>
          <p:nvPr/>
        </p:nvSpPr>
        <p:spPr>
          <a:xfrm>
            <a:off x="3976323" y="2175543"/>
            <a:ext cx="410006" cy="411405"/>
          </a:xfrm>
          <a:custGeom>
            <a:avLst/>
            <a:gdLst/>
            <a:ahLst/>
            <a:cxnLst/>
            <a:rect l="l" t="t" r="r" b="b"/>
            <a:pathLst>
              <a:path w="120000" h="120000" extrusionOk="0">
                <a:moveTo>
                  <a:pt x="29975" y="89951"/>
                </a:moveTo>
                <a:lnTo>
                  <a:pt x="53182" y="85893"/>
                </a:lnTo>
                <a:lnTo>
                  <a:pt x="115938" y="23188"/>
                </a:lnTo>
                <a:cubicBezTo>
                  <a:pt x="118356" y="20676"/>
                  <a:pt x="120000" y="17198"/>
                  <a:pt x="120000" y="13623"/>
                </a:cubicBezTo>
                <a:cubicBezTo>
                  <a:pt x="120000" y="5990"/>
                  <a:pt x="114004" y="0"/>
                  <a:pt x="106365" y="0"/>
                </a:cubicBezTo>
                <a:cubicBezTo>
                  <a:pt x="102594" y="0"/>
                  <a:pt x="99307" y="1642"/>
                  <a:pt x="96792" y="4057"/>
                </a:cubicBezTo>
                <a:lnTo>
                  <a:pt x="34037" y="66763"/>
                </a:lnTo>
                <a:lnTo>
                  <a:pt x="29975" y="89951"/>
                </a:lnTo>
                <a:close/>
                <a:moveTo>
                  <a:pt x="100660" y="7922"/>
                </a:moveTo>
                <a:cubicBezTo>
                  <a:pt x="102014" y="6570"/>
                  <a:pt x="104238" y="5410"/>
                  <a:pt x="106365" y="5410"/>
                </a:cubicBezTo>
                <a:cubicBezTo>
                  <a:pt x="111007" y="5410"/>
                  <a:pt x="114585" y="8985"/>
                  <a:pt x="114585" y="13623"/>
                </a:cubicBezTo>
                <a:cubicBezTo>
                  <a:pt x="114585" y="15748"/>
                  <a:pt x="113714" y="17971"/>
                  <a:pt x="112070" y="19323"/>
                </a:cubicBezTo>
                <a:lnTo>
                  <a:pt x="108589" y="22898"/>
                </a:lnTo>
                <a:lnTo>
                  <a:pt x="97082" y="11400"/>
                </a:lnTo>
                <a:lnTo>
                  <a:pt x="100660" y="7922"/>
                </a:lnTo>
                <a:close/>
                <a:moveTo>
                  <a:pt x="93311" y="15265"/>
                </a:moveTo>
                <a:lnTo>
                  <a:pt x="104721" y="26666"/>
                </a:lnTo>
                <a:lnTo>
                  <a:pt x="54536" y="76908"/>
                </a:lnTo>
                <a:lnTo>
                  <a:pt x="54536" y="65410"/>
                </a:lnTo>
                <a:lnTo>
                  <a:pt x="43029" y="65410"/>
                </a:lnTo>
                <a:lnTo>
                  <a:pt x="93311" y="15265"/>
                </a:lnTo>
                <a:close/>
                <a:moveTo>
                  <a:pt x="38968" y="70917"/>
                </a:moveTo>
                <a:lnTo>
                  <a:pt x="49121" y="70917"/>
                </a:lnTo>
                <a:lnTo>
                  <a:pt x="49121" y="80966"/>
                </a:lnTo>
                <a:lnTo>
                  <a:pt x="36841" y="83188"/>
                </a:lnTo>
                <a:lnTo>
                  <a:pt x="38968" y="70917"/>
                </a:lnTo>
                <a:close/>
                <a:moveTo>
                  <a:pt x="117292" y="40869"/>
                </a:moveTo>
                <a:cubicBezTo>
                  <a:pt x="115648" y="40869"/>
                  <a:pt x="114585" y="41932"/>
                  <a:pt x="114585" y="43574"/>
                </a:cubicBezTo>
                <a:lnTo>
                  <a:pt x="114585" y="103574"/>
                </a:lnTo>
                <a:cubicBezTo>
                  <a:pt x="114585" y="109565"/>
                  <a:pt x="109653" y="114492"/>
                  <a:pt x="103658" y="114492"/>
                </a:cubicBezTo>
                <a:lnTo>
                  <a:pt x="16341" y="114492"/>
                </a:lnTo>
                <a:cubicBezTo>
                  <a:pt x="10346" y="114492"/>
                  <a:pt x="5414" y="109565"/>
                  <a:pt x="5414" y="103574"/>
                </a:cubicBezTo>
                <a:lnTo>
                  <a:pt x="5414" y="16328"/>
                </a:lnTo>
                <a:cubicBezTo>
                  <a:pt x="5414" y="10338"/>
                  <a:pt x="10346" y="5410"/>
                  <a:pt x="16341" y="5410"/>
                </a:cubicBezTo>
                <a:lnTo>
                  <a:pt x="76390" y="5410"/>
                </a:lnTo>
                <a:cubicBezTo>
                  <a:pt x="78033" y="5410"/>
                  <a:pt x="79097" y="4347"/>
                  <a:pt x="79097" y="2705"/>
                </a:cubicBezTo>
                <a:cubicBezTo>
                  <a:pt x="79097" y="1062"/>
                  <a:pt x="78033" y="0"/>
                  <a:pt x="76390" y="0"/>
                </a:cubicBezTo>
                <a:lnTo>
                  <a:pt x="16341" y="0"/>
                </a:lnTo>
                <a:cubicBezTo>
                  <a:pt x="7348" y="0"/>
                  <a:pt x="0" y="7342"/>
                  <a:pt x="0" y="16328"/>
                </a:cubicBezTo>
                <a:lnTo>
                  <a:pt x="0" y="103574"/>
                </a:lnTo>
                <a:cubicBezTo>
                  <a:pt x="0" y="112560"/>
                  <a:pt x="7348" y="120000"/>
                  <a:pt x="16341" y="120000"/>
                </a:cubicBezTo>
                <a:lnTo>
                  <a:pt x="103658" y="120000"/>
                </a:lnTo>
                <a:cubicBezTo>
                  <a:pt x="112651" y="120000"/>
                  <a:pt x="120000" y="112560"/>
                  <a:pt x="120000" y="103574"/>
                </a:cubicBezTo>
                <a:lnTo>
                  <a:pt x="120000" y="43574"/>
                </a:lnTo>
                <a:cubicBezTo>
                  <a:pt x="120000" y="41932"/>
                  <a:pt x="118936" y="40869"/>
                  <a:pt x="117292" y="40869"/>
                </a:cubicBezTo>
                <a:close/>
              </a:path>
            </a:pathLst>
          </a:custGeom>
          <a:noFill/>
          <a:ln w="19050">
            <a:solidFill>
              <a:schemeClr val="tx1"/>
            </a:solid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rgbClr val="000000"/>
              </a:solidFill>
              <a:latin typeface="Calibri"/>
              <a:ea typeface="Calibri"/>
              <a:cs typeface="Calibri"/>
              <a:sym typeface="Calibri"/>
            </a:endParaRPr>
          </a:p>
        </p:txBody>
      </p:sp>
      <p:sp>
        <p:nvSpPr>
          <p:cNvPr id="26" name="Rectangle 25">
            <a:extLst>
              <a:ext uri="{FF2B5EF4-FFF2-40B4-BE49-F238E27FC236}">
                <a16:creationId xmlns:a16="http://schemas.microsoft.com/office/drawing/2014/main" id="{7571E796-C02B-452C-B48B-4D30AF2044ED}"/>
              </a:ext>
            </a:extLst>
          </p:cNvPr>
          <p:cNvSpPr/>
          <p:nvPr/>
        </p:nvSpPr>
        <p:spPr>
          <a:xfrm rot="10800000" flipV="1">
            <a:off x="628009" y="2045724"/>
            <a:ext cx="2762098" cy="1938992"/>
          </a:xfrm>
          <a:prstGeom prst="rect">
            <a:avLst/>
          </a:prstGeom>
        </p:spPr>
        <p:txBody>
          <a:bodyPr wrap="square">
            <a:spAutoFit/>
          </a:bodyPr>
          <a:lstStyle/>
          <a:p>
            <a:pPr marR="0" lvl="0" algn="just">
              <a:lnSpc>
                <a:spcPct val="150000"/>
              </a:lnSpc>
              <a:spcBef>
                <a:spcPts val="600"/>
              </a:spcBef>
              <a:spcAft>
                <a:spcPts val="600"/>
              </a:spcAft>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Tìm</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hiểu</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cách</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thức</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triển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khai</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ERP,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đặc</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biệt</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là</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phân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hệ</a:t>
            </a:r>
            <a:r>
              <a:rPr 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chấm công, tiền lương của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công</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ty FAST</a:t>
            </a:r>
          </a:p>
        </p:txBody>
      </p:sp>
      <p:sp>
        <p:nvSpPr>
          <p:cNvPr id="27" name="Rectangle 26">
            <a:extLst>
              <a:ext uri="{FF2B5EF4-FFF2-40B4-BE49-F238E27FC236}">
                <a16:creationId xmlns:a16="http://schemas.microsoft.com/office/drawing/2014/main" id="{4DAF46EC-93CA-4EC2-9945-CA74E409D6C7}"/>
              </a:ext>
            </a:extLst>
          </p:cNvPr>
          <p:cNvSpPr/>
          <p:nvPr/>
        </p:nvSpPr>
        <p:spPr>
          <a:xfrm>
            <a:off x="8873638" y="2484190"/>
            <a:ext cx="2939318" cy="2400657"/>
          </a:xfrm>
          <a:prstGeom prst="rect">
            <a:avLst/>
          </a:prstGeom>
        </p:spPr>
        <p:txBody>
          <a:bodyPr wrap="square">
            <a:spAutoFit/>
          </a:bodyPr>
          <a:lstStyle/>
          <a:p>
            <a:pPr marR="0" lvl="0" algn="just">
              <a:lnSpc>
                <a:spcPct val="150000"/>
              </a:lnSpc>
              <a:spcBef>
                <a:spcPts val="600"/>
              </a:spcBef>
              <a:spcAft>
                <a:spcPts val="600"/>
              </a:spcAft>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Tìm</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hiểu</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và</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tiến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hành</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triển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khai</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giải</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pháp</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ERP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quy</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trình</a:t>
            </a:r>
            <a:r>
              <a:rPr 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chấm công tiền lương)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cho</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công</a:t>
            </a:r>
            <a:r>
              <a:rPr lang="en-US" sz="200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smtClean="0">
                <a:solidFill>
                  <a:srgbClr val="000000"/>
                </a:solidFill>
                <a:latin typeface="Times New Roman" panose="02020603050405020304" pitchFamily="18" charset="0"/>
                <a:ea typeface="Calibri" panose="020F0502020204030204" pitchFamily="34" charset="0"/>
                <a:cs typeface="Times New Roman" panose="02020603050405020304" pitchFamily="18" charset="0"/>
              </a:rPr>
              <a:t>ty TNHH Quicornac</a:t>
            </a:r>
            <a:endParaRPr lang="en-US" sz="1600" dirty="0">
              <a:latin typeface="Calibri" panose="020F0502020204030204" pitchFamily="34" charset="0"/>
              <a:ea typeface="Calibri" panose="020F0502020204030204" pitchFamily="34" charset="0"/>
              <a:cs typeface="Times New Roman" panose="02020603050405020304" pitchFamily="18" charset="0"/>
            </a:endParaRPr>
          </a:p>
        </p:txBody>
      </p:sp>
      <p:sp>
        <p:nvSpPr>
          <p:cNvPr id="28" name="Rectangle 27">
            <a:extLst>
              <a:ext uri="{FF2B5EF4-FFF2-40B4-BE49-F238E27FC236}">
                <a16:creationId xmlns:a16="http://schemas.microsoft.com/office/drawing/2014/main" id="{EE54CC7D-7D3D-4B85-BECA-367B5CFBE908}"/>
              </a:ext>
            </a:extLst>
          </p:cNvPr>
          <p:cNvSpPr/>
          <p:nvPr/>
        </p:nvSpPr>
        <p:spPr>
          <a:xfrm>
            <a:off x="1287105" y="4891990"/>
            <a:ext cx="3295965" cy="1421992"/>
          </a:xfrm>
          <a:prstGeom prst="rect">
            <a:avLst/>
          </a:prstGeom>
        </p:spPr>
        <p:txBody>
          <a:bodyPr wrap="square">
            <a:spAutoFit/>
          </a:bodyPr>
          <a:lstStyle/>
          <a:p>
            <a:pPr marR="0" lvl="0">
              <a:lnSpc>
                <a:spcPct val="150000"/>
              </a:lnSpc>
              <a:spcBef>
                <a:spcPts val="600"/>
              </a:spcBef>
              <a:spcAft>
                <a:spcPts val="600"/>
              </a:spcAft>
            </a:pP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Tìm</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hiểu</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rõ</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về</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phần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mềm</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ERP,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đặc</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biệt</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là</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phần</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a:t>
            </a:r>
            <a:r>
              <a:rPr lang="en-US" sz="200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mềm</a:t>
            </a:r>
            <a:r>
              <a:rPr lang="en-US" sz="200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Fast Business Online</a:t>
            </a:r>
          </a:p>
        </p:txBody>
      </p:sp>
    </p:spTree>
    <p:extLst>
      <p:ext uri="{BB962C8B-B14F-4D97-AF65-F5344CB8AC3E}">
        <p14:creationId xmlns:p14="http://schemas.microsoft.com/office/powerpoint/2010/main" val="274281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53" presetClass="entr" presetSubtype="16" fill="hold" grpId="0" nodeType="clickEffect">
                                  <p:stCondLst>
                                    <p:cond delay="0"/>
                                  </p:stCondLst>
                                  <p:childTnLst>
                                    <p:set>
                                      <p:cBhvr>
                                        <p:cTn id="14" dur="1" fill="hold">
                                          <p:stCondLst>
                                            <p:cond delay="0"/>
                                          </p:stCondLst>
                                        </p:cTn>
                                        <p:tgtEl>
                                          <p:spTgt spid="24"/>
                                        </p:tgtEl>
                                        <p:attrNameLst>
                                          <p:attrName>style.visibility</p:attrName>
                                        </p:attrNameLst>
                                      </p:cBhvr>
                                      <p:to>
                                        <p:strVal val="visible"/>
                                      </p:to>
                                    </p:set>
                                    <p:anim calcmode="lin" valueType="num">
                                      <p:cBhvr>
                                        <p:cTn id="15" dur="500" fill="hold"/>
                                        <p:tgtEl>
                                          <p:spTgt spid="24"/>
                                        </p:tgtEl>
                                        <p:attrNameLst>
                                          <p:attrName>ppt_w</p:attrName>
                                        </p:attrNameLst>
                                      </p:cBhvr>
                                      <p:tavLst>
                                        <p:tav tm="0">
                                          <p:val>
                                            <p:fltVal val="0"/>
                                          </p:val>
                                        </p:tav>
                                        <p:tav tm="100000">
                                          <p:val>
                                            <p:strVal val="#ppt_w"/>
                                          </p:val>
                                        </p:tav>
                                      </p:tavLst>
                                    </p:anim>
                                    <p:anim calcmode="lin" valueType="num">
                                      <p:cBhvr>
                                        <p:cTn id="16" dur="500" fill="hold"/>
                                        <p:tgtEl>
                                          <p:spTgt spid="24"/>
                                        </p:tgtEl>
                                        <p:attrNameLst>
                                          <p:attrName>ppt_h</p:attrName>
                                        </p:attrNameLst>
                                      </p:cBhvr>
                                      <p:tavLst>
                                        <p:tav tm="0">
                                          <p:val>
                                            <p:fltVal val="0"/>
                                          </p:val>
                                        </p:tav>
                                        <p:tav tm="100000">
                                          <p:val>
                                            <p:strVal val="#ppt_h"/>
                                          </p:val>
                                        </p:tav>
                                      </p:tavLst>
                                    </p:anim>
                                    <p:animEffect transition="in" filter="fade">
                                      <p:cBhvr>
                                        <p:cTn id="17" dur="500"/>
                                        <p:tgtEl>
                                          <p:spTgt spid="24"/>
                                        </p:tgtEl>
                                      </p:cBhvr>
                                    </p:animEffect>
                                  </p:childTnLst>
                                </p:cTn>
                              </p:par>
                              <p:par>
                                <p:cTn id="18" presetID="53" presetClass="entr" presetSubtype="16" fill="hold" grpId="0" nodeType="withEffect">
                                  <p:stCondLst>
                                    <p:cond delay="0"/>
                                  </p:stCondLst>
                                  <p:childTnLst>
                                    <p:set>
                                      <p:cBhvr>
                                        <p:cTn id="19" dur="1" fill="hold">
                                          <p:stCondLst>
                                            <p:cond delay="0"/>
                                          </p:stCondLst>
                                        </p:cTn>
                                        <p:tgtEl>
                                          <p:spTgt spid="25"/>
                                        </p:tgtEl>
                                        <p:attrNameLst>
                                          <p:attrName>style.visibility</p:attrName>
                                        </p:attrNameLst>
                                      </p:cBhvr>
                                      <p:to>
                                        <p:strVal val="visible"/>
                                      </p:to>
                                    </p:set>
                                    <p:anim calcmode="lin" valueType="num">
                                      <p:cBhvr>
                                        <p:cTn id="20" dur="500" fill="hold"/>
                                        <p:tgtEl>
                                          <p:spTgt spid="25"/>
                                        </p:tgtEl>
                                        <p:attrNameLst>
                                          <p:attrName>ppt_w</p:attrName>
                                        </p:attrNameLst>
                                      </p:cBhvr>
                                      <p:tavLst>
                                        <p:tav tm="0">
                                          <p:val>
                                            <p:fltVal val="0"/>
                                          </p:val>
                                        </p:tav>
                                        <p:tav tm="100000">
                                          <p:val>
                                            <p:strVal val="#ppt_w"/>
                                          </p:val>
                                        </p:tav>
                                      </p:tavLst>
                                    </p:anim>
                                    <p:anim calcmode="lin" valueType="num">
                                      <p:cBhvr>
                                        <p:cTn id="21" dur="500" fill="hold"/>
                                        <p:tgtEl>
                                          <p:spTgt spid="25"/>
                                        </p:tgtEl>
                                        <p:attrNameLst>
                                          <p:attrName>ppt_h</p:attrName>
                                        </p:attrNameLst>
                                      </p:cBhvr>
                                      <p:tavLst>
                                        <p:tav tm="0">
                                          <p:val>
                                            <p:fltVal val="0"/>
                                          </p:val>
                                        </p:tav>
                                        <p:tav tm="100000">
                                          <p:val>
                                            <p:strVal val="#ppt_h"/>
                                          </p:val>
                                        </p:tav>
                                      </p:tavLst>
                                    </p:anim>
                                    <p:animEffect transition="in" filter="fade">
                                      <p:cBhvr>
                                        <p:cTn id="22" dur="500"/>
                                        <p:tgtEl>
                                          <p:spTgt spid="25"/>
                                        </p:tgtEl>
                                      </p:cBhvr>
                                    </p:animEffect>
                                  </p:childTnLst>
                                </p:cTn>
                              </p:par>
                              <p:par>
                                <p:cTn id="23" presetID="53" presetClass="entr" presetSubtype="16"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 calcmode="lin" valueType="num">
                                      <p:cBhvr>
                                        <p:cTn id="25" dur="500" fill="hold"/>
                                        <p:tgtEl>
                                          <p:spTgt spid="26"/>
                                        </p:tgtEl>
                                        <p:attrNameLst>
                                          <p:attrName>ppt_w</p:attrName>
                                        </p:attrNameLst>
                                      </p:cBhvr>
                                      <p:tavLst>
                                        <p:tav tm="0">
                                          <p:val>
                                            <p:fltVal val="0"/>
                                          </p:val>
                                        </p:tav>
                                        <p:tav tm="100000">
                                          <p:val>
                                            <p:strVal val="#ppt_w"/>
                                          </p:val>
                                        </p:tav>
                                      </p:tavLst>
                                    </p:anim>
                                    <p:anim calcmode="lin" valueType="num">
                                      <p:cBhvr>
                                        <p:cTn id="26" dur="500" fill="hold"/>
                                        <p:tgtEl>
                                          <p:spTgt spid="26"/>
                                        </p:tgtEl>
                                        <p:attrNameLst>
                                          <p:attrName>ppt_h</p:attrName>
                                        </p:attrNameLst>
                                      </p:cBhvr>
                                      <p:tavLst>
                                        <p:tav tm="0">
                                          <p:val>
                                            <p:fltVal val="0"/>
                                          </p:val>
                                        </p:tav>
                                        <p:tav tm="100000">
                                          <p:val>
                                            <p:strVal val="#ppt_h"/>
                                          </p:val>
                                        </p:tav>
                                      </p:tavLst>
                                    </p:anim>
                                    <p:animEffect transition="in" filter="fade">
                                      <p:cBhvr>
                                        <p:cTn id="27" dur="500"/>
                                        <p:tgtEl>
                                          <p:spTgt spid="26"/>
                                        </p:tgtEl>
                                      </p:cBhvr>
                                    </p:animEffect>
                                  </p:childTnLst>
                                </p:cTn>
                              </p:par>
                            </p:childTnLst>
                          </p:cTn>
                        </p:par>
                      </p:childTnLst>
                    </p:cTn>
                  </p:par>
                  <p:par>
                    <p:cTn id="28" fill="hold">
                      <p:stCondLst>
                        <p:cond delay="indefinite"/>
                      </p:stCondLst>
                      <p:childTnLst>
                        <p:par>
                          <p:cTn id="29" fill="hold">
                            <p:stCondLst>
                              <p:cond delay="0"/>
                            </p:stCondLst>
                            <p:childTnLst>
                              <p:par>
                                <p:cTn id="30" presetID="53" presetClass="entr" presetSubtype="16"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 calcmode="lin" valueType="num">
                                      <p:cBhvr>
                                        <p:cTn id="32" dur="500" fill="hold"/>
                                        <p:tgtEl>
                                          <p:spTgt spid="8"/>
                                        </p:tgtEl>
                                        <p:attrNameLst>
                                          <p:attrName>ppt_w</p:attrName>
                                        </p:attrNameLst>
                                      </p:cBhvr>
                                      <p:tavLst>
                                        <p:tav tm="0">
                                          <p:val>
                                            <p:fltVal val="0"/>
                                          </p:val>
                                        </p:tav>
                                        <p:tav tm="100000">
                                          <p:val>
                                            <p:strVal val="#ppt_w"/>
                                          </p:val>
                                        </p:tav>
                                      </p:tavLst>
                                    </p:anim>
                                    <p:anim calcmode="lin" valueType="num">
                                      <p:cBhvr>
                                        <p:cTn id="33" dur="500" fill="hold"/>
                                        <p:tgtEl>
                                          <p:spTgt spid="8"/>
                                        </p:tgtEl>
                                        <p:attrNameLst>
                                          <p:attrName>ppt_h</p:attrName>
                                        </p:attrNameLst>
                                      </p:cBhvr>
                                      <p:tavLst>
                                        <p:tav tm="0">
                                          <p:val>
                                            <p:fltVal val="0"/>
                                          </p:val>
                                        </p:tav>
                                        <p:tav tm="100000">
                                          <p:val>
                                            <p:strVal val="#ppt_h"/>
                                          </p:val>
                                        </p:tav>
                                      </p:tavLst>
                                    </p:anim>
                                    <p:animEffect transition="in" filter="fade">
                                      <p:cBhvr>
                                        <p:cTn id="34" dur="500"/>
                                        <p:tgtEl>
                                          <p:spTgt spid="8"/>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0"/>
                                        </p:tgtEl>
                                        <p:attrNameLst>
                                          <p:attrName>style.visibility</p:attrName>
                                        </p:attrNameLst>
                                      </p:cBhvr>
                                      <p:to>
                                        <p:strVal val="visible"/>
                                      </p:to>
                                    </p:set>
                                    <p:anim calcmode="lin" valueType="num">
                                      <p:cBhvr>
                                        <p:cTn id="37" dur="500" fill="hold"/>
                                        <p:tgtEl>
                                          <p:spTgt spid="10"/>
                                        </p:tgtEl>
                                        <p:attrNameLst>
                                          <p:attrName>ppt_w</p:attrName>
                                        </p:attrNameLst>
                                      </p:cBhvr>
                                      <p:tavLst>
                                        <p:tav tm="0">
                                          <p:val>
                                            <p:fltVal val="0"/>
                                          </p:val>
                                        </p:tav>
                                        <p:tav tm="100000">
                                          <p:val>
                                            <p:strVal val="#ppt_w"/>
                                          </p:val>
                                        </p:tav>
                                      </p:tavLst>
                                    </p:anim>
                                    <p:anim calcmode="lin" valueType="num">
                                      <p:cBhvr>
                                        <p:cTn id="38" dur="500" fill="hold"/>
                                        <p:tgtEl>
                                          <p:spTgt spid="10"/>
                                        </p:tgtEl>
                                        <p:attrNameLst>
                                          <p:attrName>ppt_h</p:attrName>
                                        </p:attrNameLst>
                                      </p:cBhvr>
                                      <p:tavLst>
                                        <p:tav tm="0">
                                          <p:val>
                                            <p:fltVal val="0"/>
                                          </p:val>
                                        </p:tav>
                                        <p:tav tm="100000">
                                          <p:val>
                                            <p:strVal val="#ppt_h"/>
                                          </p:val>
                                        </p:tav>
                                      </p:tavLst>
                                    </p:anim>
                                    <p:animEffect transition="in" filter="fade">
                                      <p:cBhvr>
                                        <p:cTn id="39" dur="500"/>
                                        <p:tgtEl>
                                          <p:spTgt spid="10"/>
                                        </p:tgtEl>
                                      </p:cBhvr>
                                    </p:animEffect>
                                  </p:childTnLst>
                                </p:cTn>
                              </p:par>
                              <p:par>
                                <p:cTn id="40" presetID="53" presetClass="entr" presetSubtype="16"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 calcmode="lin" valueType="num">
                                      <p:cBhvr>
                                        <p:cTn id="42" dur="500" fill="hold"/>
                                        <p:tgtEl>
                                          <p:spTgt spid="27"/>
                                        </p:tgtEl>
                                        <p:attrNameLst>
                                          <p:attrName>ppt_w</p:attrName>
                                        </p:attrNameLst>
                                      </p:cBhvr>
                                      <p:tavLst>
                                        <p:tav tm="0">
                                          <p:val>
                                            <p:fltVal val="0"/>
                                          </p:val>
                                        </p:tav>
                                        <p:tav tm="100000">
                                          <p:val>
                                            <p:strVal val="#ppt_w"/>
                                          </p:val>
                                        </p:tav>
                                      </p:tavLst>
                                    </p:anim>
                                    <p:anim calcmode="lin" valueType="num">
                                      <p:cBhvr>
                                        <p:cTn id="43" dur="500" fill="hold"/>
                                        <p:tgtEl>
                                          <p:spTgt spid="27"/>
                                        </p:tgtEl>
                                        <p:attrNameLst>
                                          <p:attrName>ppt_h</p:attrName>
                                        </p:attrNameLst>
                                      </p:cBhvr>
                                      <p:tavLst>
                                        <p:tav tm="0">
                                          <p:val>
                                            <p:fltVal val="0"/>
                                          </p:val>
                                        </p:tav>
                                        <p:tav tm="100000">
                                          <p:val>
                                            <p:strVal val="#ppt_h"/>
                                          </p:val>
                                        </p:tav>
                                      </p:tavLst>
                                    </p:anim>
                                    <p:animEffect transition="in" filter="fade">
                                      <p:cBhvr>
                                        <p:cTn id="44" dur="500"/>
                                        <p:tgtEl>
                                          <p:spTgt spid="27"/>
                                        </p:tgtEl>
                                      </p:cBhvr>
                                    </p:animEffect>
                                  </p:childTnLst>
                                </p:cTn>
                              </p:par>
                            </p:childTnLst>
                          </p:cTn>
                        </p:par>
                      </p:childTnLst>
                    </p:cTn>
                  </p:par>
                  <p:par>
                    <p:cTn id="45" fill="hold">
                      <p:stCondLst>
                        <p:cond delay="indefinite"/>
                      </p:stCondLst>
                      <p:childTnLst>
                        <p:par>
                          <p:cTn id="46" fill="hold">
                            <p:stCondLst>
                              <p:cond delay="0"/>
                            </p:stCondLst>
                            <p:childTnLst>
                              <p:par>
                                <p:cTn id="47" presetID="53" presetClass="entr" presetSubtype="16" fill="hold" grpId="0" nodeType="clickEffect">
                                  <p:stCondLst>
                                    <p:cond delay="0"/>
                                  </p:stCondLst>
                                  <p:childTnLst>
                                    <p:set>
                                      <p:cBhvr>
                                        <p:cTn id="48" dur="1" fill="hold">
                                          <p:stCondLst>
                                            <p:cond delay="0"/>
                                          </p:stCondLst>
                                        </p:cTn>
                                        <p:tgtEl>
                                          <p:spTgt spid="9"/>
                                        </p:tgtEl>
                                        <p:attrNameLst>
                                          <p:attrName>style.visibility</p:attrName>
                                        </p:attrNameLst>
                                      </p:cBhvr>
                                      <p:to>
                                        <p:strVal val="visible"/>
                                      </p:to>
                                    </p:set>
                                    <p:anim calcmode="lin" valueType="num">
                                      <p:cBhvr>
                                        <p:cTn id="49" dur="500" fill="hold"/>
                                        <p:tgtEl>
                                          <p:spTgt spid="9"/>
                                        </p:tgtEl>
                                        <p:attrNameLst>
                                          <p:attrName>ppt_w</p:attrName>
                                        </p:attrNameLst>
                                      </p:cBhvr>
                                      <p:tavLst>
                                        <p:tav tm="0">
                                          <p:val>
                                            <p:fltVal val="0"/>
                                          </p:val>
                                        </p:tav>
                                        <p:tav tm="100000">
                                          <p:val>
                                            <p:strVal val="#ppt_w"/>
                                          </p:val>
                                        </p:tav>
                                      </p:tavLst>
                                    </p:anim>
                                    <p:anim calcmode="lin" valueType="num">
                                      <p:cBhvr>
                                        <p:cTn id="50" dur="500" fill="hold"/>
                                        <p:tgtEl>
                                          <p:spTgt spid="9"/>
                                        </p:tgtEl>
                                        <p:attrNameLst>
                                          <p:attrName>ppt_h</p:attrName>
                                        </p:attrNameLst>
                                      </p:cBhvr>
                                      <p:tavLst>
                                        <p:tav tm="0">
                                          <p:val>
                                            <p:fltVal val="0"/>
                                          </p:val>
                                        </p:tav>
                                        <p:tav tm="100000">
                                          <p:val>
                                            <p:strVal val="#ppt_h"/>
                                          </p:val>
                                        </p:tav>
                                      </p:tavLst>
                                    </p:anim>
                                    <p:animEffect transition="in" filter="fade">
                                      <p:cBhvr>
                                        <p:cTn id="51" dur="500"/>
                                        <p:tgtEl>
                                          <p:spTgt spid="9"/>
                                        </p:tgtEl>
                                      </p:cBhvr>
                                    </p:animEffect>
                                  </p:childTnLst>
                                </p:cTn>
                              </p:par>
                              <p:par>
                                <p:cTn id="52" presetID="53" presetClass="entr" presetSubtype="16" fill="hold" nodeType="withEffect">
                                  <p:stCondLst>
                                    <p:cond delay="0"/>
                                  </p:stCondLst>
                                  <p:childTnLst>
                                    <p:set>
                                      <p:cBhvr>
                                        <p:cTn id="53" dur="1" fill="hold">
                                          <p:stCondLst>
                                            <p:cond delay="0"/>
                                          </p:stCondLst>
                                        </p:cTn>
                                        <p:tgtEl>
                                          <p:spTgt spid="11"/>
                                        </p:tgtEl>
                                        <p:attrNameLst>
                                          <p:attrName>style.visibility</p:attrName>
                                        </p:attrNameLst>
                                      </p:cBhvr>
                                      <p:to>
                                        <p:strVal val="visible"/>
                                      </p:to>
                                    </p:set>
                                    <p:anim calcmode="lin" valueType="num">
                                      <p:cBhvr>
                                        <p:cTn id="54" dur="500" fill="hold"/>
                                        <p:tgtEl>
                                          <p:spTgt spid="11"/>
                                        </p:tgtEl>
                                        <p:attrNameLst>
                                          <p:attrName>ppt_w</p:attrName>
                                        </p:attrNameLst>
                                      </p:cBhvr>
                                      <p:tavLst>
                                        <p:tav tm="0">
                                          <p:val>
                                            <p:fltVal val="0"/>
                                          </p:val>
                                        </p:tav>
                                        <p:tav tm="100000">
                                          <p:val>
                                            <p:strVal val="#ppt_w"/>
                                          </p:val>
                                        </p:tav>
                                      </p:tavLst>
                                    </p:anim>
                                    <p:anim calcmode="lin" valueType="num">
                                      <p:cBhvr>
                                        <p:cTn id="55" dur="500" fill="hold"/>
                                        <p:tgtEl>
                                          <p:spTgt spid="11"/>
                                        </p:tgtEl>
                                        <p:attrNameLst>
                                          <p:attrName>ppt_h</p:attrName>
                                        </p:attrNameLst>
                                      </p:cBhvr>
                                      <p:tavLst>
                                        <p:tav tm="0">
                                          <p:val>
                                            <p:fltVal val="0"/>
                                          </p:val>
                                        </p:tav>
                                        <p:tav tm="100000">
                                          <p:val>
                                            <p:strVal val="#ppt_h"/>
                                          </p:val>
                                        </p:tav>
                                      </p:tavLst>
                                    </p:anim>
                                    <p:animEffect transition="in" filter="fade">
                                      <p:cBhvr>
                                        <p:cTn id="56" dur="500"/>
                                        <p:tgtEl>
                                          <p:spTgt spid="11"/>
                                        </p:tgtEl>
                                      </p:cBhvr>
                                    </p:animEffect>
                                  </p:childTnLst>
                                </p:cTn>
                              </p:par>
                              <p:par>
                                <p:cTn id="57" presetID="53" presetClass="entr" presetSubtype="16" fill="hold" grpId="0" nodeType="withEffect">
                                  <p:stCondLst>
                                    <p:cond delay="0"/>
                                  </p:stCondLst>
                                  <p:childTnLst>
                                    <p:set>
                                      <p:cBhvr>
                                        <p:cTn id="58" dur="1" fill="hold">
                                          <p:stCondLst>
                                            <p:cond delay="0"/>
                                          </p:stCondLst>
                                        </p:cTn>
                                        <p:tgtEl>
                                          <p:spTgt spid="28"/>
                                        </p:tgtEl>
                                        <p:attrNameLst>
                                          <p:attrName>style.visibility</p:attrName>
                                        </p:attrNameLst>
                                      </p:cBhvr>
                                      <p:to>
                                        <p:strVal val="visible"/>
                                      </p:to>
                                    </p:set>
                                    <p:anim calcmode="lin" valueType="num">
                                      <p:cBhvr>
                                        <p:cTn id="59" dur="500" fill="hold"/>
                                        <p:tgtEl>
                                          <p:spTgt spid="28"/>
                                        </p:tgtEl>
                                        <p:attrNameLst>
                                          <p:attrName>ppt_w</p:attrName>
                                        </p:attrNameLst>
                                      </p:cBhvr>
                                      <p:tavLst>
                                        <p:tav tm="0">
                                          <p:val>
                                            <p:fltVal val="0"/>
                                          </p:val>
                                        </p:tav>
                                        <p:tav tm="100000">
                                          <p:val>
                                            <p:strVal val="#ppt_w"/>
                                          </p:val>
                                        </p:tav>
                                      </p:tavLst>
                                    </p:anim>
                                    <p:anim calcmode="lin" valueType="num">
                                      <p:cBhvr>
                                        <p:cTn id="60" dur="500" fill="hold"/>
                                        <p:tgtEl>
                                          <p:spTgt spid="28"/>
                                        </p:tgtEl>
                                        <p:attrNameLst>
                                          <p:attrName>ppt_h</p:attrName>
                                        </p:attrNameLst>
                                      </p:cBhvr>
                                      <p:tavLst>
                                        <p:tav tm="0">
                                          <p:val>
                                            <p:fltVal val="0"/>
                                          </p:val>
                                        </p:tav>
                                        <p:tav tm="100000">
                                          <p:val>
                                            <p:strVal val="#ppt_h"/>
                                          </p:val>
                                        </p:tav>
                                      </p:tavLst>
                                    </p:anim>
                                    <p:animEffect transition="in" filter="fade">
                                      <p:cBhvr>
                                        <p:cTn id="61"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24" grpId="0" animBg="1"/>
      <p:bldP spid="25" grpId="0" animBg="1"/>
      <p:bldP spid="26" grpId="0"/>
      <p:bldP spid="27" grpId="0"/>
      <p:bldP spid="2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6A6B288F-7012-4EF9-BACE-DDBE24602E40}"/>
              </a:ext>
            </a:extLst>
          </p:cNvPr>
          <p:cNvSpPr/>
          <p:nvPr/>
        </p:nvSpPr>
        <p:spPr>
          <a:xfrm rot="2700000">
            <a:off x="550782" y="374255"/>
            <a:ext cx="1188227" cy="1160989"/>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accent2"/>
                </a:solidFill>
              </a:ln>
            </a:endParaRPr>
          </a:p>
        </p:txBody>
      </p:sp>
      <p:sp>
        <p:nvSpPr>
          <p:cNvPr id="5" name="Freeform 23">
            <a:extLst>
              <a:ext uri="{FF2B5EF4-FFF2-40B4-BE49-F238E27FC236}">
                <a16:creationId xmlns:a16="http://schemas.microsoft.com/office/drawing/2014/main" id="{B0EB59D1-9B5C-422C-A78D-65B3A7827F5E}"/>
              </a:ext>
            </a:extLst>
          </p:cNvPr>
          <p:cNvSpPr>
            <a:spLocks noEditPoints="1"/>
          </p:cNvSpPr>
          <p:nvPr/>
        </p:nvSpPr>
        <p:spPr bwMode="auto">
          <a:xfrm>
            <a:off x="935646" y="724961"/>
            <a:ext cx="418498" cy="459576"/>
          </a:xfrm>
          <a:custGeom>
            <a:avLst/>
            <a:gdLst/>
            <a:ahLst/>
            <a:cxnLst>
              <a:cxn ang="0">
                <a:pos x="58" y="68"/>
              </a:cxn>
              <a:cxn ang="0">
                <a:pos x="0" y="63"/>
              </a:cxn>
              <a:cxn ang="0">
                <a:pos x="5" y="0"/>
              </a:cxn>
              <a:cxn ang="0">
                <a:pos x="63" y="5"/>
              </a:cxn>
              <a:cxn ang="0">
                <a:pos x="58" y="7"/>
              </a:cxn>
              <a:cxn ang="0">
                <a:pos x="7" y="5"/>
              </a:cxn>
              <a:cxn ang="0">
                <a:pos x="5" y="17"/>
              </a:cxn>
              <a:cxn ang="0">
                <a:pos x="56" y="19"/>
              </a:cxn>
              <a:cxn ang="0">
                <a:pos x="58" y="7"/>
              </a:cxn>
              <a:cxn ang="0">
                <a:pos x="5" y="29"/>
              </a:cxn>
              <a:cxn ang="0">
                <a:pos x="14" y="29"/>
              </a:cxn>
              <a:cxn ang="0">
                <a:pos x="9" y="39"/>
              </a:cxn>
              <a:cxn ang="0">
                <a:pos x="9" y="48"/>
              </a:cxn>
              <a:cxn ang="0">
                <a:pos x="9" y="39"/>
              </a:cxn>
              <a:cxn ang="0">
                <a:pos x="5" y="58"/>
              </a:cxn>
              <a:cxn ang="0">
                <a:pos x="14" y="58"/>
              </a:cxn>
              <a:cxn ang="0">
                <a:pos x="24" y="24"/>
              </a:cxn>
              <a:cxn ang="0">
                <a:pos x="24" y="34"/>
              </a:cxn>
              <a:cxn ang="0">
                <a:pos x="24" y="24"/>
              </a:cxn>
              <a:cxn ang="0">
                <a:pos x="19" y="43"/>
              </a:cxn>
              <a:cxn ang="0">
                <a:pos x="29" y="43"/>
              </a:cxn>
              <a:cxn ang="0">
                <a:pos x="24" y="53"/>
              </a:cxn>
              <a:cxn ang="0">
                <a:pos x="24" y="63"/>
              </a:cxn>
              <a:cxn ang="0">
                <a:pos x="24" y="53"/>
              </a:cxn>
              <a:cxn ang="0">
                <a:pos x="34" y="29"/>
              </a:cxn>
              <a:cxn ang="0">
                <a:pos x="43" y="29"/>
              </a:cxn>
              <a:cxn ang="0">
                <a:pos x="39" y="39"/>
              </a:cxn>
              <a:cxn ang="0">
                <a:pos x="39" y="48"/>
              </a:cxn>
              <a:cxn ang="0">
                <a:pos x="39" y="39"/>
              </a:cxn>
              <a:cxn ang="0">
                <a:pos x="34" y="58"/>
              </a:cxn>
              <a:cxn ang="0">
                <a:pos x="43" y="58"/>
              </a:cxn>
              <a:cxn ang="0">
                <a:pos x="53" y="24"/>
              </a:cxn>
              <a:cxn ang="0">
                <a:pos x="53" y="34"/>
              </a:cxn>
              <a:cxn ang="0">
                <a:pos x="53" y="24"/>
              </a:cxn>
              <a:cxn ang="0">
                <a:pos x="53" y="39"/>
              </a:cxn>
              <a:cxn ang="0">
                <a:pos x="48" y="58"/>
              </a:cxn>
              <a:cxn ang="0">
                <a:pos x="58" y="58"/>
              </a:cxn>
            </a:cxnLst>
            <a:rect l="0" t="0" r="r" b="b"/>
            <a:pathLst>
              <a:path w="63" h="68">
                <a:moveTo>
                  <a:pt x="63" y="63"/>
                </a:moveTo>
                <a:cubicBezTo>
                  <a:pt x="63" y="66"/>
                  <a:pt x="61" y="68"/>
                  <a:pt x="58" y="68"/>
                </a:cubicBezTo>
                <a:cubicBezTo>
                  <a:pt x="5" y="68"/>
                  <a:pt x="5" y="68"/>
                  <a:pt x="5" y="68"/>
                </a:cubicBezTo>
                <a:cubicBezTo>
                  <a:pt x="2" y="68"/>
                  <a:pt x="0" y="66"/>
                  <a:pt x="0" y="63"/>
                </a:cubicBezTo>
                <a:cubicBezTo>
                  <a:pt x="0" y="5"/>
                  <a:pt x="0" y="5"/>
                  <a:pt x="0" y="5"/>
                </a:cubicBezTo>
                <a:cubicBezTo>
                  <a:pt x="0" y="2"/>
                  <a:pt x="2" y="0"/>
                  <a:pt x="5" y="0"/>
                </a:cubicBezTo>
                <a:cubicBezTo>
                  <a:pt x="58" y="0"/>
                  <a:pt x="58" y="0"/>
                  <a:pt x="58" y="0"/>
                </a:cubicBezTo>
                <a:cubicBezTo>
                  <a:pt x="61" y="0"/>
                  <a:pt x="63" y="2"/>
                  <a:pt x="63" y="5"/>
                </a:cubicBezTo>
                <a:lnTo>
                  <a:pt x="63" y="63"/>
                </a:lnTo>
                <a:close/>
                <a:moveTo>
                  <a:pt x="58" y="7"/>
                </a:moveTo>
                <a:cubicBezTo>
                  <a:pt x="58" y="6"/>
                  <a:pt x="57" y="5"/>
                  <a:pt x="56" y="5"/>
                </a:cubicBezTo>
                <a:cubicBezTo>
                  <a:pt x="7" y="5"/>
                  <a:pt x="7" y="5"/>
                  <a:pt x="7" y="5"/>
                </a:cubicBezTo>
                <a:cubicBezTo>
                  <a:pt x="6" y="5"/>
                  <a:pt x="5" y="6"/>
                  <a:pt x="5" y="7"/>
                </a:cubicBezTo>
                <a:cubicBezTo>
                  <a:pt x="5" y="17"/>
                  <a:pt x="5" y="17"/>
                  <a:pt x="5" y="17"/>
                </a:cubicBezTo>
                <a:cubicBezTo>
                  <a:pt x="5" y="18"/>
                  <a:pt x="6" y="19"/>
                  <a:pt x="7" y="19"/>
                </a:cubicBezTo>
                <a:cubicBezTo>
                  <a:pt x="56" y="19"/>
                  <a:pt x="56" y="19"/>
                  <a:pt x="56" y="19"/>
                </a:cubicBezTo>
                <a:cubicBezTo>
                  <a:pt x="57" y="19"/>
                  <a:pt x="58" y="18"/>
                  <a:pt x="58" y="17"/>
                </a:cubicBezTo>
                <a:lnTo>
                  <a:pt x="58" y="7"/>
                </a:lnTo>
                <a:close/>
                <a:moveTo>
                  <a:pt x="9" y="24"/>
                </a:moveTo>
                <a:cubicBezTo>
                  <a:pt x="7" y="24"/>
                  <a:pt x="5" y="26"/>
                  <a:pt x="5" y="29"/>
                </a:cubicBezTo>
                <a:cubicBezTo>
                  <a:pt x="5" y="32"/>
                  <a:pt x="7" y="34"/>
                  <a:pt x="9" y="34"/>
                </a:cubicBezTo>
                <a:cubicBezTo>
                  <a:pt x="12" y="34"/>
                  <a:pt x="14" y="32"/>
                  <a:pt x="14" y="29"/>
                </a:cubicBezTo>
                <a:cubicBezTo>
                  <a:pt x="14" y="26"/>
                  <a:pt x="12" y="24"/>
                  <a:pt x="9" y="24"/>
                </a:cubicBezTo>
                <a:close/>
                <a:moveTo>
                  <a:pt x="9" y="39"/>
                </a:moveTo>
                <a:cubicBezTo>
                  <a:pt x="7" y="39"/>
                  <a:pt x="5" y="41"/>
                  <a:pt x="5" y="43"/>
                </a:cubicBezTo>
                <a:cubicBezTo>
                  <a:pt x="5" y="46"/>
                  <a:pt x="7" y="48"/>
                  <a:pt x="9" y="48"/>
                </a:cubicBezTo>
                <a:cubicBezTo>
                  <a:pt x="12" y="48"/>
                  <a:pt x="14" y="46"/>
                  <a:pt x="14" y="43"/>
                </a:cubicBezTo>
                <a:cubicBezTo>
                  <a:pt x="14" y="41"/>
                  <a:pt x="12" y="39"/>
                  <a:pt x="9" y="39"/>
                </a:cubicBezTo>
                <a:close/>
                <a:moveTo>
                  <a:pt x="9" y="53"/>
                </a:moveTo>
                <a:cubicBezTo>
                  <a:pt x="7" y="53"/>
                  <a:pt x="5" y="55"/>
                  <a:pt x="5" y="58"/>
                </a:cubicBezTo>
                <a:cubicBezTo>
                  <a:pt x="5" y="61"/>
                  <a:pt x="7" y="63"/>
                  <a:pt x="9" y="63"/>
                </a:cubicBezTo>
                <a:cubicBezTo>
                  <a:pt x="12" y="63"/>
                  <a:pt x="14" y="61"/>
                  <a:pt x="14" y="58"/>
                </a:cubicBezTo>
                <a:cubicBezTo>
                  <a:pt x="14" y="55"/>
                  <a:pt x="12" y="53"/>
                  <a:pt x="9" y="53"/>
                </a:cubicBezTo>
                <a:close/>
                <a:moveTo>
                  <a:pt x="24" y="24"/>
                </a:moveTo>
                <a:cubicBezTo>
                  <a:pt x="21" y="24"/>
                  <a:pt x="19" y="26"/>
                  <a:pt x="19" y="29"/>
                </a:cubicBezTo>
                <a:cubicBezTo>
                  <a:pt x="19" y="32"/>
                  <a:pt x="21" y="34"/>
                  <a:pt x="24" y="34"/>
                </a:cubicBezTo>
                <a:cubicBezTo>
                  <a:pt x="27" y="34"/>
                  <a:pt x="29" y="32"/>
                  <a:pt x="29" y="29"/>
                </a:cubicBezTo>
                <a:cubicBezTo>
                  <a:pt x="29" y="26"/>
                  <a:pt x="27" y="24"/>
                  <a:pt x="24" y="24"/>
                </a:cubicBezTo>
                <a:close/>
                <a:moveTo>
                  <a:pt x="24" y="39"/>
                </a:moveTo>
                <a:cubicBezTo>
                  <a:pt x="21" y="39"/>
                  <a:pt x="19" y="41"/>
                  <a:pt x="19" y="43"/>
                </a:cubicBezTo>
                <a:cubicBezTo>
                  <a:pt x="19" y="46"/>
                  <a:pt x="21" y="48"/>
                  <a:pt x="24" y="48"/>
                </a:cubicBezTo>
                <a:cubicBezTo>
                  <a:pt x="27" y="48"/>
                  <a:pt x="29" y="46"/>
                  <a:pt x="29" y="43"/>
                </a:cubicBezTo>
                <a:cubicBezTo>
                  <a:pt x="29" y="41"/>
                  <a:pt x="27" y="39"/>
                  <a:pt x="24" y="39"/>
                </a:cubicBezTo>
                <a:close/>
                <a:moveTo>
                  <a:pt x="24" y="53"/>
                </a:moveTo>
                <a:cubicBezTo>
                  <a:pt x="21" y="53"/>
                  <a:pt x="19" y="55"/>
                  <a:pt x="19" y="58"/>
                </a:cubicBezTo>
                <a:cubicBezTo>
                  <a:pt x="19" y="61"/>
                  <a:pt x="21" y="63"/>
                  <a:pt x="24" y="63"/>
                </a:cubicBezTo>
                <a:cubicBezTo>
                  <a:pt x="27" y="63"/>
                  <a:pt x="29" y="61"/>
                  <a:pt x="29" y="58"/>
                </a:cubicBezTo>
                <a:cubicBezTo>
                  <a:pt x="29" y="55"/>
                  <a:pt x="27" y="53"/>
                  <a:pt x="24" y="53"/>
                </a:cubicBezTo>
                <a:close/>
                <a:moveTo>
                  <a:pt x="39" y="24"/>
                </a:moveTo>
                <a:cubicBezTo>
                  <a:pt x="36" y="24"/>
                  <a:pt x="34" y="26"/>
                  <a:pt x="34" y="29"/>
                </a:cubicBezTo>
                <a:cubicBezTo>
                  <a:pt x="34" y="32"/>
                  <a:pt x="36" y="34"/>
                  <a:pt x="39" y="34"/>
                </a:cubicBezTo>
                <a:cubicBezTo>
                  <a:pt x="41" y="34"/>
                  <a:pt x="43" y="32"/>
                  <a:pt x="43" y="29"/>
                </a:cubicBezTo>
                <a:cubicBezTo>
                  <a:pt x="43" y="26"/>
                  <a:pt x="41" y="24"/>
                  <a:pt x="39" y="24"/>
                </a:cubicBezTo>
                <a:close/>
                <a:moveTo>
                  <a:pt x="39" y="39"/>
                </a:moveTo>
                <a:cubicBezTo>
                  <a:pt x="36" y="39"/>
                  <a:pt x="34" y="41"/>
                  <a:pt x="34" y="43"/>
                </a:cubicBezTo>
                <a:cubicBezTo>
                  <a:pt x="34" y="46"/>
                  <a:pt x="36" y="48"/>
                  <a:pt x="39" y="48"/>
                </a:cubicBezTo>
                <a:cubicBezTo>
                  <a:pt x="41" y="48"/>
                  <a:pt x="43" y="46"/>
                  <a:pt x="43" y="43"/>
                </a:cubicBezTo>
                <a:cubicBezTo>
                  <a:pt x="43" y="41"/>
                  <a:pt x="41" y="39"/>
                  <a:pt x="39" y="39"/>
                </a:cubicBezTo>
                <a:close/>
                <a:moveTo>
                  <a:pt x="39" y="53"/>
                </a:moveTo>
                <a:cubicBezTo>
                  <a:pt x="36" y="53"/>
                  <a:pt x="34" y="55"/>
                  <a:pt x="34" y="58"/>
                </a:cubicBezTo>
                <a:cubicBezTo>
                  <a:pt x="34" y="61"/>
                  <a:pt x="36" y="63"/>
                  <a:pt x="39" y="63"/>
                </a:cubicBezTo>
                <a:cubicBezTo>
                  <a:pt x="41" y="63"/>
                  <a:pt x="43" y="61"/>
                  <a:pt x="43" y="58"/>
                </a:cubicBezTo>
                <a:cubicBezTo>
                  <a:pt x="43" y="55"/>
                  <a:pt x="41" y="53"/>
                  <a:pt x="39" y="53"/>
                </a:cubicBezTo>
                <a:close/>
                <a:moveTo>
                  <a:pt x="53" y="24"/>
                </a:moveTo>
                <a:cubicBezTo>
                  <a:pt x="51" y="24"/>
                  <a:pt x="48" y="26"/>
                  <a:pt x="48" y="29"/>
                </a:cubicBezTo>
                <a:cubicBezTo>
                  <a:pt x="48" y="32"/>
                  <a:pt x="51" y="34"/>
                  <a:pt x="53" y="34"/>
                </a:cubicBezTo>
                <a:cubicBezTo>
                  <a:pt x="56" y="34"/>
                  <a:pt x="58" y="32"/>
                  <a:pt x="58" y="29"/>
                </a:cubicBezTo>
                <a:cubicBezTo>
                  <a:pt x="58" y="26"/>
                  <a:pt x="56" y="24"/>
                  <a:pt x="53" y="24"/>
                </a:cubicBezTo>
                <a:close/>
                <a:moveTo>
                  <a:pt x="58" y="43"/>
                </a:moveTo>
                <a:cubicBezTo>
                  <a:pt x="58" y="41"/>
                  <a:pt x="56" y="39"/>
                  <a:pt x="53" y="39"/>
                </a:cubicBezTo>
                <a:cubicBezTo>
                  <a:pt x="51" y="39"/>
                  <a:pt x="48" y="41"/>
                  <a:pt x="48" y="43"/>
                </a:cubicBezTo>
                <a:cubicBezTo>
                  <a:pt x="48" y="58"/>
                  <a:pt x="48" y="58"/>
                  <a:pt x="48" y="58"/>
                </a:cubicBezTo>
                <a:cubicBezTo>
                  <a:pt x="48" y="61"/>
                  <a:pt x="51" y="63"/>
                  <a:pt x="53" y="63"/>
                </a:cubicBezTo>
                <a:cubicBezTo>
                  <a:pt x="56" y="63"/>
                  <a:pt x="58" y="61"/>
                  <a:pt x="58" y="58"/>
                </a:cubicBezTo>
                <a:lnTo>
                  <a:pt x="58" y="4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6" name="TextBox 5"/>
          <p:cNvSpPr txBox="1"/>
          <p:nvPr/>
        </p:nvSpPr>
        <p:spPr>
          <a:xfrm>
            <a:off x="2054578" y="724961"/>
            <a:ext cx="5034844" cy="523220"/>
          </a:xfrm>
          <a:prstGeom prst="rect">
            <a:avLst/>
          </a:prstGeom>
          <a:noFill/>
        </p:spPr>
        <p:txBody>
          <a:bodyPr wrap="square" rtlCol="0">
            <a:spAutoFit/>
          </a:bodyPr>
          <a:lstStyle/>
          <a:p>
            <a:r>
              <a:rPr lang="en-US" sz="2800" b="1" smtClean="0">
                <a:solidFill>
                  <a:schemeClr val="accent2"/>
                </a:solidFill>
                <a:latin typeface="Times New Roman" panose="02020603050405020304" pitchFamily="18" charset="0"/>
                <a:cs typeface="Times New Roman" panose="02020603050405020304" pitchFamily="18" charset="0"/>
              </a:rPr>
              <a:t># 2 Sơ lượt về Fast </a:t>
            </a:r>
            <a:endParaRPr lang="en-US" sz="2800" b="1">
              <a:solidFill>
                <a:schemeClr val="accent2"/>
              </a:solidFill>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B74D0E0-3263-419D-9D57-B56247740128}"/>
              </a:ext>
            </a:extLst>
          </p:cNvPr>
          <p:cNvPicPr>
            <a:picLocks noChangeAspect="1"/>
          </p:cNvPicPr>
          <p:nvPr/>
        </p:nvPicPr>
        <p:blipFill>
          <a:blip r:embed="rId2"/>
          <a:stretch>
            <a:fillRect/>
          </a:stretch>
        </p:blipFill>
        <p:spPr>
          <a:xfrm>
            <a:off x="9253157" y="336956"/>
            <a:ext cx="2553320" cy="776009"/>
          </a:xfrm>
          <a:prstGeom prst="rect">
            <a:avLst/>
          </a:prstGeom>
        </p:spPr>
      </p:pic>
      <p:sp>
        <p:nvSpPr>
          <p:cNvPr id="8" name="TextBox 7">
            <a:extLst>
              <a:ext uri="{FF2B5EF4-FFF2-40B4-BE49-F238E27FC236}">
                <a16:creationId xmlns:a16="http://schemas.microsoft.com/office/drawing/2014/main" id="{5D077DA6-701D-4068-B9F2-446F8F2AB2F6}"/>
              </a:ext>
            </a:extLst>
          </p:cNvPr>
          <p:cNvSpPr txBox="1"/>
          <p:nvPr/>
        </p:nvSpPr>
        <p:spPr>
          <a:xfrm>
            <a:off x="538047" y="1721586"/>
            <a:ext cx="5874042" cy="2560701"/>
          </a:xfrm>
          <a:prstGeom prst="rect">
            <a:avLst/>
          </a:prstGeom>
          <a:noFill/>
        </p:spPr>
        <p:txBody>
          <a:bodyPr wrap="square" rtlCol="0">
            <a:spAutoFit/>
          </a:bodyPr>
          <a:lstStyle/>
          <a:p>
            <a:pPr marL="285750" indent="-285750">
              <a:lnSpc>
                <a:spcPct val="130000"/>
              </a:lnSpc>
              <a:spcBef>
                <a:spcPts val="600"/>
              </a:spcBef>
              <a:spcAft>
                <a:spcPts val="600"/>
              </a:spcAf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Công</a:t>
            </a:r>
            <a:r>
              <a:rPr lang="en-US" dirty="0">
                <a:latin typeface="Times New Roman" panose="02020603050405020304" pitchFamily="18" charset="0"/>
                <a:cs typeface="Times New Roman" panose="02020603050405020304" pitchFamily="18" charset="0"/>
              </a:rPr>
              <a:t> ty </a:t>
            </a:r>
            <a:r>
              <a:rPr lang="en-US" dirty="0" err="1">
                <a:latin typeface="Times New Roman" panose="02020603050405020304" pitchFamily="18" charset="0"/>
                <a:cs typeface="Times New Roman" panose="02020603050405020304" pitchFamily="18" charset="0"/>
              </a:rPr>
              <a:t>Cổ</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tại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Nẵng</a:t>
            </a:r>
            <a:r>
              <a:rPr lang="en-US" dirty="0">
                <a:latin typeface="Times New Roman" panose="02020603050405020304" pitchFamily="18" charset="0"/>
                <a:cs typeface="Times New Roman" panose="02020603050405020304" pitchFamily="18" charset="0"/>
              </a:rPr>
              <a:t>.</a:t>
            </a:r>
          </a:p>
          <a:p>
            <a:pPr marL="285750" indent="-285750">
              <a:lnSpc>
                <a:spcPct val="130000"/>
              </a:lnSpc>
              <a:spcBef>
                <a:spcPts val="600"/>
              </a:spcBef>
              <a:spcAft>
                <a:spcPts val="600"/>
              </a:spcAf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Lĩnh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kinh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tư</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vấn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triển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khai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ứng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dụng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mềm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giải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doanh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nghiệp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nền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tảng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CNTT</a:t>
            </a:r>
            <a:endParaRPr lang="en-US" dirty="0">
              <a:latin typeface="Times New Roman" panose="02020603050405020304" pitchFamily="18" charset="0"/>
              <a:cs typeface="Times New Roman" panose="02020603050405020304" pitchFamily="18" charset="0"/>
            </a:endParaRPr>
          </a:p>
          <a:p>
            <a:pPr marL="285750" indent="-285750">
              <a:lnSpc>
                <a:spcPct val="130000"/>
              </a:lnSpc>
              <a:spcBef>
                <a:spcPts val="600"/>
              </a:spcBef>
              <a:spcAft>
                <a:spcPts val="600"/>
              </a:spcAft>
              <a:buFont typeface="Wingdings" panose="05000000000000000000" pitchFamily="2" charset="2"/>
              <a:buChar char="Ø"/>
            </a:pPr>
            <a:endParaRPr lang="en-US"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91E233CF-7643-4345-8B38-6844393671F7}"/>
              </a:ext>
            </a:extLst>
          </p:cNvPr>
          <p:cNvPicPr>
            <a:picLocks noChangeAspect="1"/>
          </p:cNvPicPr>
          <p:nvPr/>
        </p:nvPicPr>
        <p:blipFill>
          <a:blip r:embed="rId3"/>
          <a:stretch>
            <a:fillRect/>
          </a:stretch>
        </p:blipFill>
        <p:spPr>
          <a:xfrm>
            <a:off x="6412089" y="1645639"/>
            <a:ext cx="2019582" cy="2276793"/>
          </a:xfrm>
          <a:prstGeom prst="rect">
            <a:avLst/>
          </a:prstGeom>
        </p:spPr>
      </p:pic>
      <p:pic>
        <p:nvPicPr>
          <p:cNvPr id="10" name="Picture 9">
            <a:extLst>
              <a:ext uri="{FF2B5EF4-FFF2-40B4-BE49-F238E27FC236}">
                <a16:creationId xmlns:a16="http://schemas.microsoft.com/office/drawing/2014/main" id="{A247731E-2C56-4E39-92EC-9C7158F2F2A9}"/>
              </a:ext>
            </a:extLst>
          </p:cNvPr>
          <p:cNvPicPr>
            <a:picLocks noChangeAspect="1"/>
          </p:cNvPicPr>
          <p:nvPr/>
        </p:nvPicPr>
        <p:blipFill>
          <a:blip r:embed="rId4"/>
          <a:stretch>
            <a:fillRect/>
          </a:stretch>
        </p:blipFill>
        <p:spPr>
          <a:xfrm>
            <a:off x="8181634" y="1721586"/>
            <a:ext cx="1962424" cy="2229161"/>
          </a:xfrm>
          <a:prstGeom prst="rect">
            <a:avLst/>
          </a:prstGeom>
        </p:spPr>
      </p:pic>
      <p:pic>
        <p:nvPicPr>
          <p:cNvPr id="11" name="Picture 10">
            <a:extLst>
              <a:ext uri="{FF2B5EF4-FFF2-40B4-BE49-F238E27FC236}">
                <a16:creationId xmlns:a16="http://schemas.microsoft.com/office/drawing/2014/main" id="{1D018E02-033B-4ABC-AFAF-003084B8657E}"/>
              </a:ext>
            </a:extLst>
          </p:cNvPr>
          <p:cNvPicPr>
            <a:picLocks noChangeAspect="1"/>
          </p:cNvPicPr>
          <p:nvPr/>
        </p:nvPicPr>
        <p:blipFill>
          <a:blip r:embed="rId5"/>
          <a:stretch>
            <a:fillRect/>
          </a:stretch>
        </p:blipFill>
        <p:spPr>
          <a:xfrm>
            <a:off x="6002248" y="4304413"/>
            <a:ext cx="1771897" cy="2219635"/>
          </a:xfrm>
          <a:prstGeom prst="rect">
            <a:avLst/>
          </a:prstGeom>
        </p:spPr>
      </p:pic>
      <p:pic>
        <p:nvPicPr>
          <p:cNvPr id="12" name="Picture 11">
            <a:extLst>
              <a:ext uri="{FF2B5EF4-FFF2-40B4-BE49-F238E27FC236}">
                <a16:creationId xmlns:a16="http://schemas.microsoft.com/office/drawing/2014/main" id="{0A8F1A6F-175D-4FA0-8DA0-B36E38AC28DF}"/>
              </a:ext>
            </a:extLst>
          </p:cNvPr>
          <p:cNvPicPr>
            <a:picLocks noChangeAspect="1"/>
          </p:cNvPicPr>
          <p:nvPr/>
        </p:nvPicPr>
        <p:blipFill>
          <a:blip r:embed="rId6"/>
          <a:stretch>
            <a:fillRect/>
          </a:stretch>
        </p:blipFill>
        <p:spPr>
          <a:xfrm>
            <a:off x="8055172" y="4384511"/>
            <a:ext cx="1648055" cy="2143424"/>
          </a:xfrm>
          <a:prstGeom prst="rect">
            <a:avLst/>
          </a:prstGeom>
        </p:spPr>
      </p:pic>
      <p:pic>
        <p:nvPicPr>
          <p:cNvPr id="13" name="Picture 12">
            <a:extLst>
              <a:ext uri="{FF2B5EF4-FFF2-40B4-BE49-F238E27FC236}">
                <a16:creationId xmlns:a16="http://schemas.microsoft.com/office/drawing/2014/main" id="{11937D35-4C73-4878-8B44-DE0862D9F72D}"/>
              </a:ext>
            </a:extLst>
          </p:cNvPr>
          <p:cNvPicPr>
            <a:picLocks noChangeAspect="1"/>
          </p:cNvPicPr>
          <p:nvPr/>
        </p:nvPicPr>
        <p:blipFill>
          <a:blip r:embed="rId7"/>
          <a:stretch>
            <a:fillRect/>
          </a:stretch>
        </p:blipFill>
        <p:spPr>
          <a:xfrm>
            <a:off x="1373458" y="4265433"/>
            <a:ext cx="1667108" cy="2181529"/>
          </a:xfrm>
          <a:prstGeom prst="rect">
            <a:avLst/>
          </a:prstGeom>
        </p:spPr>
      </p:pic>
      <p:pic>
        <p:nvPicPr>
          <p:cNvPr id="14" name="Picture 13">
            <a:extLst>
              <a:ext uri="{FF2B5EF4-FFF2-40B4-BE49-F238E27FC236}">
                <a16:creationId xmlns:a16="http://schemas.microsoft.com/office/drawing/2014/main" id="{2C64D9DE-C854-46F7-8905-DE771618170F}"/>
              </a:ext>
            </a:extLst>
          </p:cNvPr>
          <p:cNvPicPr>
            <a:picLocks noChangeAspect="1"/>
          </p:cNvPicPr>
          <p:nvPr/>
        </p:nvPicPr>
        <p:blipFill>
          <a:blip r:embed="rId8"/>
          <a:stretch>
            <a:fillRect/>
          </a:stretch>
        </p:blipFill>
        <p:spPr>
          <a:xfrm>
            <a:off x="3575944" y="4246380"/>
            <a:ext cx="2076740" cy="2200582"/>
          </a:xfrm>
          <a:prstGeom prst="rect">
            <a:avLst/>
          </a:prstGeom>
        </p:spPr>
      </p:pic>
      <p:pic>
        <p:nvPicPr>
          <p:cNvPr id="15" name="Picture 14">
            <a:extLst>
              <a:ext uri="{FF2B5EF4-FFF2-40B4-BE49-F238E27FC236}">
                <a16:creationId xmlns:a16="http://schemas.microsoft.com/office/drawing/2014/main" id="{16395AD5-EF22-4DDF-8BBD-2C7628907E3F}"/>
              </a:ext>
            </a:extLst>
          </p:cNvPr>
          <p:cNvPicPr>
            <a:picLocks noChangeAspect="1"/>
          </p:cNvPicPr>
          <p:nvPr/>
        </p:nvPicPr>
        <p:blipFill>
          <a:blip r:embed="rId9"/>
          <a:stretch>
            <a:fillRect/>
          </a:stretch>
        </p:blipFill>
        <p:spPr>
          <a:xfrm>
            <a:off x="9976631" y="4227327"/>
            <a:ext cx="1694378" cy="2219635"/>
          </a:xfrm>
          <a:prstGeom prst="rect">
            <a:avLst/>
          </a:prstGeom>
        </p:spPr>
      </p:pic>
      <p:pic>
        <p:nvPicPr>
          <p:cNvPr id="16" name="Picture 15">
            <a:extLst>
              <a:ext uri="{FF2B5EF4-FFF2-40B4-BE49-F238E27FC236}">
                <a16:creationId xmlns:a16="http://schemas.microsoft.com/office/drawing/2014/main" id="{4815024E-F3AF-4415-9863-4AB8F6D3F5C8}"/>
              </a:ext>
            </a:extLst>
          </p:cNvPr>
          <p:cNvPicPr>
            <a:picLocks noChangeAspect="1"/>
          </p:cNvPicPr>
          <p:nvPr/>
        </p:nvPicPr>
        <p:blipFill>
          <a:blip r:embed="rId10"/>
          <a:stretch>
            <a:fillRect/>
          </a:stretch>
        </p:blipFill>
        <p:spPr>
          <a:xfrm>
            <a:off x="10065123" y="1745844"/>
            <a:ext cx="2019582" cy="2200582"/>
          </a:xfrm>
          <a:prstGeom prst="rect">
            <a:avLst/>
          </a:prstGeom>
        </p:spPr>
      </p:pic>
    </p:spTree>
    <p:extLst>
      <p:ext uri="{BB962C8B-B14F-4D97-AF65-F5344CB8AC3E}">
        <p14:creationId xmlns:p14="http://schemas.microsoft.com/office/powerpoint/2010/main" val="11014164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6A6B288F-7012-4EF9-BACE-DDBE24602E40}"/>
              </a:ext>
            </a:extLst>
          </p:cNvPr>
          <p:cNvSpPr/>
          <p:nvPr/>
        </p:nvSpPr>
        <p:spPr>
          <a:xfrm rot="2700000">
            <a:off x="550782" y="374255"/>
            <a:ext cx="1188227" cy="1160989"/>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accent2"/>
                </a:solidFill>
              </a:ln>
            </a:endParaRPr>
          </a:p>
        </p:txBody>
      </p:sp>
      <p:sp>
        <p:nvSpPr>
          <p:cNvPr id="3" name="Freeform 23">
            <a:extLst>
              <a:ext uri="{FF2B5EF4-FFF2-40B4-BE49-F238E27FC236}">
                <a16:creationId xmlns:a16="http://schemas.microsoft.com/office/drawing/2014/main" id="{B0EB59D1-9B5C-422C-A78D-65B3A7827F5E}"/>
              </a:ext>
            </a:extLst>
          </p:cNvPr>
          <p:cNvSpPr>
            <a:spLocks noEditPoints="1"/>
          </p:cNvSpPr>
          <p:nvPr/>
        </p:nvSpPr>
        <p:spPr bwMode="auto">
          <a:xfrm>
            <a:off x="935646" y="724961"/>
            <a:ext cx="418498" cy="459576"/>
          </a:xfrm>
          <a:custGeom>
            <a:avLst/>
            <a:gdLst/>
            <a:ahLst/>
            <a:cxnLst>
              <a:cxn ang="0">
                <a:pos x="58" y="68"/>
              </a:cxn>
              <a:cxn ang="0">
                <a:pos x="0" y="63"/>
              </a:cxn>
              <a:cxn ang="0">
                <a:pos x="5" y="0"/>
              </a:cxn>
              <a:cxn ang="0">
                <a:pos x="63" y="5"/>
              </a:cxn>
              <a:cxn ang="0">
                <a:pos x="58" y="7"/>
              </a:cxn>
              <a:cxn ang="0">
                <a:pos x="7" y="5"/>
              </a:cxn>
              <a:cxn ang="0">
                <a:pos x="5" y="17"/>
              </a:cxn>
              <a:cxn ang="0">
                <a:pos x="56" y="19"/>
              </a:cxn>
              <a:cxn ang="0">
                <a:pos x="58" y="7"/>
              </a:cxn>
              <a:cxn ang="0">
                <a:pos x="5" y="29"/>
              </a:cxn>
              <a:cxn ang="0">
                <a:pos x="14" y="29"/>
              </a:cxn>
              <a:cxn ang="0">
                <a:pos x="9" y="39"/>
              </a:cxn>
              <a:cxn ang="0">
                <a:pos x="9" y="48"/>
              </a:cxn>
              <a:cxn ang="0">
                <a:pos x="9" y="39"/>
              </a:cxn>
              <a:cxn ang="0">
                <a:pos x="5" y="58"/>
              </a:cxn>
              <a:cxn ang="0">
                <a:pos x="14" y="58"/>
              </a:cxn>
              <a:cxn ang="0">
                <a:pos x="24" y="24"/>
              </a:cxn>
              <a:cxn ang="0">
                <a:pos x="24" y="34"/>
              </a:cxn>
              <a:cxn ang="0">
                <a:pos x="24" y="24"/>
              </a:cxn>
              <a:cxn ang="0">
                <a:pos x="19" y="43"/>
              </a:cxn>
              <a:cxn ang="0">
                <a:pos x="29" y="43"/>
              </a:cxn>
              <a:cxn ang="0">
                <a:pos x="24" y="53"/>
              </a:cxn>
              <a:cxn ang="0">
                <a:pos x="24" y="63"/>
              </a:cxn>
              <a:cxn ang="0">
                <a:pos x="24" y="53"/>
              </a:cxn>
              <a:cxn ang="0">
                <a:pos x="34" y="29"/>
              </a:cxn>
              <a:cxn ang="0">
                <a:pos x="43" y="29"/>
              </a:cxn>
              <a:cxn ang="0">
                <a:pos x="39" y="39"/>
              </a:cxn>
              <a:cxn ang="0">
                <a:pos x="39" y="48"/>
              </a:cxn>
              <a:cxn ang="0">
                <a:pos x="39" y="39"/>
              </a:cxn>
              <a:cxn ang="0">
                <a:pos x="34" y="58"/>
              </a:cxn>
              <a:cxn ang="0">
                <a:pos x="43" y="58"/>
              </a:cxn>
              <a:cxn ang="0">
                <a:pos x="53" y="24"/>
              </a:cxn>
              <a:cxn ang="0">
                <a:pos x="53" y="34"/>
              </a:cxn>
              <a:cxn ang="0">
                <a:pos x="53" y="24"/>
              </a:cxn>
              <a:cxn ang="0">
                <a:pos x="53" y="39"/>
              </a:cxn>
              <a:cxn ang="0">
                <a:pos x="48" y="58"/>
              </a:cxn>
              <a:cxn ang="0">
                <a:pos x="58" y="58"/>
              </a:cxn>
            </a:cxnLst>
            <a:rect l="0" t="0" r="r" b="b"/>
            <a:pathLst>
              <a:path w="63" h="68">
                <a:moveTo>
                  <a:pt x="63" y="63"/>
                </a:moveTo>
                <a:cubicBezTo>
                  <a:pt x="63" y="66"/>
                  <a:pt x="61" y="68"/>
                  <a:pt x="58" y="68"/>
                </a:cubicBezTo>
                <a:cubicBezTo>
                  <a:pt x="5" y="68"/>
                  <a:pt x="5" y="68"/>
                  <a:pt x="5" y="68"/>
                </a:cubicBezTo>
                <a:cubicBezTo>
                  <a:pt x="2" y="68"/>
                  <a:pt x="0" y="66"/>
                  <a:pt x="0" y="63"/>
                </a:cubicBezTo>
                <a:cubicBezTo>
                  <a:pt x="0" y="5"/>
                  <a:pt x="0" y="5"/>
                  <a:pt x="0" y="5"/>
                </a:cubicBezTo>
                <a:cubicBezTo>
                  <a:pt x="0" y="2"/>
                  <a:pt x="2" y="0"/>
                  <a:pt x="5" y="0"/>
                </a:cubicBezTo>
                <a:cubicBezTo>
                  <a:pt x="58" y="0"/>
                  <a:pt x="58" y="0"/>
                  <a:pt x="58" y="0"/>
                </a:cubicBezTo>
                <a:cubicBezTo>
                  <a:pt x="61" y="0"/>
                  <a:pt x="63" y="2"/>
                  <a:pt x="63" y="5"/>
                </a:cubicBezTo>
                <a:lnTo>
                  <a:pt x="63" y="63"/>
                </a:lnTo>
                <a:close/>
                <a:moveTo>
                  <a:pt x="58" y="7"/>
                </a:moveTo>
                <a:cubicBezTo>
                  <a:pt x="58" y="6"/>
                  <a:pt x="57" y="5"/>
                  <a:pt x="56" y="5"/>
                </a:cubicBezTo>
                <a:cubicBezTo>
                  <a:pt x="7" y="5"/>
                  <a:pt x="7" y="5"/>
                  <a:pt x="7" y="5"/>
                </a:cubicBezTo>
                <a:cubicBezTo>
                  <a:pt x="6" y="5"/>
                  <a:pt x="5" y="6"/>
                  <a:pt x="5" y="7"/>
                </a:cubicBezTo>
                <a:cubicBezTo>
                  <a:pt x="5" y="17"/>
                  <a:pt x="5" y="17"/>
                  <a:pt x="5" y="17"/>
                </a:cubicBezTo>
                <a:cubicBezTo>
                  <a:pt x="5" y="18"/>
                  <a:pt x="6" y="19"/>
                  <a:pt x="7" y="19"/>
                </a:cubicBezTo>
                <a:cubicBezTo>
                  <a:pt x="56" y="19"/>
                  <a:pt x="56" y="19"/>
                  <a:pt x="56" y="19"/>
                </a:cubicBezTo>
                <a:cubicBezTo>
                  <a:pt x="57" y="19"/>
                  <a:pt x="58" y="18"/>
                  <a:pt x="58" y="17"/>
                </a:cubicBezTo>
                <a:lnTo>
                  <a:pt x="58" y="7"/>
                </a:lnTo>
                <a:close/>
                <a:moveTo>
                  <a:pt x="9" y="24"/>
                </a:moveTo>
                <a:cubicBezTo>
                  <a:pt x="7" y="24"/>
                  <a:pt x="5" y="26"/>
                  <a:pt x="5" y="29"/>
                </a:cubicBezTo>
                <a:cubicBezTo>
                  <a:pt x="5" y="32"/>
                  <a:pt x="7" y="34"/>
                  <a:pt x="9" y="34"/>
                </a:cubicBezTo>
                <a:cubicBezTo>
                  <a:pt x="12" y="34"/>
                  <a:pt x="14" y="32"/>
                  <a:pt x="14" y="29"/>
                </a:cubicBezTo>
                <a:cubicBezTo>
                  <a:pt x="14" y="26"/>
                  <a:pt x="12" y="24"/>
                  <a:pt x="9" y="24"/>
                </a:cubicBezTo>
                <a:close/>
                <a:moveTo>
                  <a:pt x="9" y="39"/>
                </a:moveTo>
                <a:cubicBezTo>
                  <a:pt x="7" y="39"/>
                  <a:pt x="5" y="41"/>
                  <a:pt x="5" y="43"/>
                </a:cubicBezTo>
                <a:cubicBezTo>
                  <a:pt x="5" y="46"/>
                  <a:pt x="7" y="48"/>
                  <a:pt x="9" y="48"/>
                </a:cubicBezTo>
                <a:cubicBezTo>
                  <a:pt x="12" y="48"/>
                  <a:pt x="14" y="46"/>
                  <a:pt x="14" y="43"/>
                </a:cubicBezTo>
                <a:cubicBezTo>
                  <a:pt x="14" y="41"/>
                  <a:pt x="12" y="39"/>
                  <a:pt x="9" y="39"/>
                </a:cubicBezTo>
                <a:close/>
                <a:moveTo>
                  <a:pt x="9" y="53"/>
                </a:moveTo>
                <a:cubicBezTo>
                  <a:pt x="7" y="53"/>
                  <a:pt x="5" y="55"/>
                  <a:pt x="5" y="58"/>
                </a:cubicBezTo>
                <a:cubicBezTo>
                  <a:pt x="5" y="61"/>
                  <a:pt x="7" y="63"/>
                  <a:pt x="9" y="63"/>
                </a:cubicBezTo>
                <a:cubicBezTo>
                  <a:pt x="12" y="63"/>
                  <a:pt x="14" y="61"/>
                  <a:pt x="14" y="58"/>
                </a:cubicBezTo>
                <a:cubicBezTo>
                  <a:pt x="14" y="55"/>
                  <a:pt x="12" y="53"/>
                  <a:pt x="9" y="53"/>
                </a:cubicBezTo>
                <a:close/>
                <a:moveTo>
                  <a:pt x="24" y="24"/>
                </a:moveTo>
                <a:cubicBezTo>
                  <a:pt x="21" y="24"/>
                  <a:pt x="19" y="26"/>
                  <a:pt x="19" y="29"/>
                </a:cubicBezTo>
                <a:cubicBezTo>
                  <a:pt x="19" y="32"/>
                  <a:pt x="21" y="34"/>
                  <a:pt x="24" y="34"/>
                </a:cubicBezTo>
                <a:cubicBezTo>
                  <a:pt x="27" y="34"/>
                  <a:pt x="29" y="32"/>
                  <a:pt x="29" y="29"/>
                </a:cubicBezTo>
                <a:cubicBezTo>
                  <a:pt x="29" y="26"/>
                  <a:pt x="27" y="24"/>
                  <a:pt x="24" y="24"/>
                </a:cubicBezTo>
                <a:close/>
                <a:moveTo>
                  <a:pt x="24" y="39"/>
                </a:moveTo>
                <a:cubicBezTo>
                  <a:pt x="21" y="39"/>
                  <a:pt x="19" y="41"/>
                  <a:pt x="19" y="43"/>
                </a:cubicBezTo>
                <a:cubicBezTo>
                  <a:pt x="19" y="46"/>
                  <a:pt x="21" y="48"/>
                  <a:pt x="24" y="48"/>
                </a:cubicBezTo>
                <a:cubicBezTo>
                  <a:pt x="27" y="48"/>
                  <a:pt x="29" y="46"/>
                  <a:pt x="29" y="43"/>
                </a:cubicBezTo>
                <a:cubicBezTo>
                  <a:pt x="29" y="41"/>
                  <a:pt x="27" y="39"/>
                  <a:pt x="24" y="39"/>
                </a:cubicBezTo>
                <a:close/>
                <a:moveTo>
                  <a:pt x="24" y="53"/>
                </a:moveTo>
                <a:cubicBezTo>
                  <a:pt x="21" y="53"/>
                  <a:pt x="19" y="55"/>
                  <a:pt x="19" y="58"/>
                </a:cubicBezTo>
                <a:cubicBezTo>
                  <a:pt x="19" y="61"/>
                  <a:pt x="21" y="63"/>
                  <a:pt x="24" y="63"/>
                </a:cubicBezTo>
                <a:cubicBezTo>
                  <a:pt x="27" y="63"/>
                  <a:pt x="29" y="61"/>
                  <a:pt x="29" y="58"/>
                </a:cubicBezTo>
                <a:cubicBezTo>
                  <a:pt x="29" y="55"/>
                  <a:pt x="27" y="53"/>
                  <a:pt x="24" y="53"/>
                </a:cubicBezTo>
                <a:close/>
                <a:moveTo>
                  <a:pt x="39" y="24"/>
                </a:moveTo>
                <a:cubicBezTo>
                  <a:pt x="36" y="24"/>
                  <a:pt x="34" y="26"/>
                  <a:pt x="34" y="29"/>
                </a:cubicBezTo>
                <a:cubicBezTo>
                  <a:pt x="34" y="32"/>
                  <a:pt x="36" y="34"/>
                  <a:pt x="39" y="34"/>
                </a:cubicBezTo>
                <a:cubicBezTo>
                  <a:pt x="41" y="34"/>
                  <a:pt x="43" y="32"/>
                  <a:pt x="43" y="29"/>
                </a:cubicBezTo>
                <a:cubicBezTo>
                  <a:pt x="43" y="26"/>
                  <a:pt x="41" y="24"/>
                  <a:pt x="39" y="24"/>
                </a:cubicBezTo>
                <a:close/>
                <a:moveTo>
                  <a:pt x="39" y="39"/>
                </a:moveTo>
                <a:cubicBezTo>
                  <a:pt x="36" y="39"/>
                  <a:pt x="34" y="41"/>
                  <a:pt x="34" y="43"/>
                </a:cubicBezTo>
                <a:cubicBezTo>
                  <a:pt x="34" y="46"/>
                  <a:pt x="36" y="48"/>
                  <a:pt x="39" y="48"/>
                </a:cubicBezTo>
                <a:cubicBezTo>
                  <a:pt x="41" y="48"/>
                  <a:pt x="43" y="46"/>
                  <a:pt x="43" y="43"/>
                </a:cubicBezTo>
                <a:cubicBezTo>
                  <a:pt x="43" y="41"/>
                  <a:pt x="41" y="39"/>
                  <a:pt x="39" y="39"/>
                </a:cubicBezTo>
                <a:close/>
                <a:moveTo>
                  <a:pt x="39" y="53"/>
                </a:moveTo>
                <a:cubicBezTo>
                  <a:pt x="36" y="53"/>
                  <a:pt x="34" y="55"/>
                  <a:pt x="34" y="58"/>
                </a:cubicBezTo>
                <a:cubicBezTo>
                  <a:pt x="34" y="61"/>
                  <a:pt x="36" y="63"/>
                  <a:pt x="39" y="63"/>
                </a:cubicBezTo>
                <a:cubicBezTo>
                  <a:pt x="41" y="63"/>
                  <a:pt x="43" y="61"/>
                  <a:pt x="43" y="58"/>
                </a:cubicBezTo>
                <a:cubicBezTo>
                  <a:pt x="43" y="55"/>
                  <a:pt x="41" y="53"/>
                  <a:pt x="39" y="53"/>
                </a:cubicBezTo>
                <a:close/>
                <a:moveTo>
                  <a:pt x="53" y="24"/>
                </a:moveTo>
                <a:cubicBezTo>
                  <a:pt x="51" y="24"/>
                  <a:pt x="48" y="26"/>
                  <a:pt x="48" y="29"/>
                </a:cubicBezTo>
                <a:cubicBezTo>
                  <a:pt x="48" y="32"/>
                  <a:pt x="51" y="34"/>
                  <a:pt x="53" y="34"/>
                </a:cubicBezTo>
                <a:cubicBezTo>
                  <a:pt x="56" y="34"/>
                  <a:pt x="58" y="32"/>
                  <a:pt x="58" y="29"/>
                </a:cubicBezTo>
                <a:cubicBezTo>
                  <a:pt x="58" y="26"/>
                  <a:pt x="56" y="24"/>
                  <a:pt x="53" y="24"/>
                </a:cubicBezTo>
                <a:close/>
                <a:moveTo>
                  <a:pt x="58" y="43"/>
                </a:moveTo>
                <a:cubicBezTo>
                  <a:pt x="58" y="41"/>
                  <a:pt x="56" y="39"/>
                  <a:pt x="53" y="39"/>
                </a:cubicBezTo>
                <a:cubicBezTo>
                  <a:pt x="51" y="39"/>
                  <a:pt x="48" y="41"/>
                  <a:pt x="48" y="43"/>
                </a:cubicBezTo>
                <a:cubicBezTo>
                  <a:pt x="48" y="58"/>
                  <a:pt x="48" y="58"/>
                  <a:pt x="48" y="58"/>
                </a:cubicBezTo>
                <a:cubicBezTo>
                  <a:pt x="48" y="61"/>
                  <a:pt x="51" y="63"/>
                  <a:pt x="53" y="63"/>
                </a:cubicBezTo>
                <a:cubicBezTo>
                  <a:pt x="56" y="63"/>
                  <a:pt x="58" y="61"/>
                  <a:pt x="58" y="58"/>
                </a:cubicBezTo>
                <a:lnTo>
                  <a:pt x="58" y="4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2054577" y="724961"/>
            <a:ext cx="6547555" cy="523220"/>
          </a:xfrm>
          <a:prstGeom prst="rect">
            <a:avLst/>
          </a:prstGeom>
          <a:noFill/>
        </p:spPr>
        <p:txBody>
          <a:bodyPr wrap="square" rtlCol="0">
            <a:spAutoFit/>
          </a:bodyPr>
          <a:lstStyle/>
          <a:p>
            <a:r>
              <a:rPr lang="en-US" sz="2800" b="1" smtClean="0">
                <a:solidFill>
                  <a:schemeClr val="accent2"/>
                </a:solidFill>
                <a:latin typeface="Times New Roman" panose="02020603050405020304" pitchFamily="18" charset="0"/>
                <a:cs typeface="Times New Roman" panose="02020603050405020304" pitchFamily="18" charset="0"/>
              </a:rPr>
              <a:t># 2 Sơ lượt về  Công ty TNHH Quicornac </a:t>
            </a:r>
            <a:endParaRPr lang="en-US" sz="2800" b="1">
              <a:solidFill>
                <a:schemeClr val="accent2"/>
              </a:solidFill>
              <a:latin typeface="Times New Roman" panose="02020603050405020304" pitchFamily="18" charset="0"/>
              <a:cs typeface="Times New Roman" panose="02020603050405020304" pitchFamily="18" charset="0"/>
            </a:endParaRPr>
          </a:p>
        </p:txBody>
      </p:sp>
      <p:pic>
        <p:nvPicPr>
          <p:cNvPr id="6" name="Picture 5"/>
          <p:cNvPicPr>
            <a:picLocks noChangeAspect="1"/>
          </p:cNvPicPr>
          <p:nvPr/>
        </p:nvPicPr>
        <p:blipFill>
          <a:blip r:embed="rId2"/>
          <a:stretch>
            <a:fillRect/>
          </a:stretch>
        </p:blipFill>
        <p:spPr>
          <a:xfrm>
            <a:off x="8703733" y="406401"/>
            <a:ext cx="2889957" cy="1261395"/>
          </a:xfrm>
          <a:prstGeom prst="rect">
            <a:avLst/>
          </a:prstGeom>
        </p:spPr>
      </p:pic>
      <p:sp>
        <p:nvSpPr>
          <p:cNvPr id="7" name="Oval 6">
            <a:extLst>
              <a:ext uri="{FF2B5EF4-FFF2-40B4-BE49-F238E27FC236}">
                <a16:creationId xmlns:a16="http://schemas.microsoft.com/office/drawing/2014/main" id="{2C3BF010-F0C3-41A6-8B37-1671873DBDAD}"/>
              </a:ext>
            </a:extLst>
          </p:cNvPr>
          <p:cNvSpPr/>
          <p:nvPr/>
        </p:nvSpPr>
        <p:spPr>
          <a:xfrm rot="2700908">
            <a:off x="4564186" y="2623076"/>
            <a:ext cx="2486501" cy="2486502"/>
          </a:xfrm>
          <a:prstGeom prst="ellipse">
            <a:avLst/>
          </a:prstGeom>
          <a:noFill/>
          <a:ln w="101600" cmpd="thinThick">
            <a:solidFill>
              <a:schemeClr val="accent5"/>
            </a:solidFill>
          </a:ln>
        </p:spPr>
        <p:style>
          <a:lnRef idx="0">
            <a:schemeClr val="dk1">
              <a:hueOff val="0"/>
              <a:satOff val="0"/>
              <a:lumOff val="0"/>
              <a:alphaOff val="0"/>
            </a:schemeClr>
          </a:lnRef>
          <a:fillRef idx="1">
            <a:schemeClr val="accent2">
              <a:tint val="40000"/>
              <a:hueOff val="0"/>
              <a:satOff val="0"/>
              <a:lumOff val="0"/>
              <a:alphaOff val="0"/>
            </a:schemeClr>
          </a:fillRef>
          <a:effectRef idx="0">
            <a:schemeClr val="accent2">
              <a:tint val="40000"/>
              <a:hueOff val="0"/>
              <a:satOff val="0"/>
              <a:lumOff val="0"/>
              <a:alphaOff val="0"/>
            </a:schemeClr>
          </a:effectRef>
          <a:fontRef idx="minor">
            <a:schemeClr val="dk1">
              <a:hueOff val="0"/>
              <a:satOff val="0"/>
              <a:lumOff val="0"/>
              <a:alphaOff val="0"/>
            </a:schemeClr>
          </a:fontRef>
        </p:style>
      </p:sp>
      <p:grpSp>
        <p:nvGrpSpPr>
          <p:cNvPr id="8" name="Group 7">
            <a:extLst>
              <a:ext uri="{FF2B5EF4-FFF2-40B4-BE49-F238E27FC236}">
                <a16:creationId xmlns:a16="http://schemas.microsoft.com/office/drawing/2014/main" id="{494A21F3-6BEA-4819-BBCD-A8C4A3DC15D2}"/>
              </a:ext>
            </a:extLst>
          </p:cNvPr>
          <p:cNvGrpSpPr/>
          <p:nvPr/>
        </p:nvGrpSpPr>
        <p:grpSpPr>
          <a:xfrm>
            <a:off x="3898464" y="1941230"/>
            <a:ext cx="3845712" cy="3845712"/>
            <a:chOff x="4396610" y="1856013"/>
            <a:chExt cx="3340701" cy="3340703"/>
          </a:xfrm>
        </p:grpSpPr>
        <p:sp>
          <p:nvSpPr>
            <p:cNvPr id="9" name="Freeform 18">
              <a:extLst>
                <a:ext uri="{FF2B5EF4-FFF2-40B4-BE49-F238E27FC236}">
                  <a16:creationId xmlns:a16="http://schemas.microsoft.com/office/drawing/2014/main" id="{74392D1B-3DD6-4931-A73C-3972AFCD7689}"/>
                </a:ext>
              </a:extLst>
            </p:cNvPr>
            <p:cNvSpPr/>
            <p:nvPr/>
          </p:nvSpPr>
          <p:spPr>
            <a:xfrm rot="8100000">
              <a:off x="5405178" y="1856013"/>
              <a:ext cx="1324099" cy="1324100"/>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solidFill>
              <a:schemeClr val="accent1"/>
            </a:solidFill>
            <a:ln>
              <a:noFill/>
            </a:ln>
          </p:spPr>
          <p:style>
            <a:lnRef idx="2">
              <a:scrgbClr r="0" g="0" b="0"/>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289159" tIns="289160" rIns="289160" bIns="289159" numCol="1" spcCol="1270" anchor="ctr" anchorCtr="0">
              <a:noAutofit/>
            </a:bodyPr>
            <a:lstStyle/>
            <a:p>
              <a:pPr algn="ctr" defTabSz="1111250">
                <a:lnSpc>
                  <a:spcPct val="90000"/>
                </a:lnSpc>
                <a:spcBef>
                  <a:spcPct val="0"/>
                </a:spcBef>
                <a:spcAft>
                  <a:spcPct val="35000"/>
                </a:spcAft>
              </a:pPr>
              <a:endParaRPr lang="id-ID" sz="2500" dirty="0">
                <a:solidFill>
                  <a:schemeClr val="tx1"/>
                </a:solidFill>
              </a:endParaRPr>
            </a:p>
          </p:txBody>
        </p:sp>
        <p:sp>
          <p:nvSpPr>
            <p:cNvPr id="10" name="Freeform 19">
              <a:extLst>
                <a:ext uri="{FF2B5EF4-FFF2-40B4-BE49-F238E27FC236}">
                  <a16:creationId xmlns:a16="http://schemas.microsoft.com/office/drawing/2014/main" id="{6841CD9C-9E7E-4E87-8094-3D00C052925F}"/>
                </a:ext>
              </a:extLst>
            </p:cNvPr>
            <p:cNvSpPr/>
            <p:nvPr/>
          </p:nvSpPr>
          <p:spPr>
            <a:xfrm rot="13500000">
              <a:off x="6413212" y="2864581"/>
              <a:ext cx="1324100" cy="1324099"/>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solidFill>
              <a:schemeClr val="accent6"/>
            </a:solidFill>
            <a:ln>
              <a:noFill/>
            </a:ln>
          </p:spPr>
          <p:style>
            <a:lnRef idx="2">
              <a:scrgbClr r="0" g="0" b="0"/>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289160" tIns="289160" rIns="289160" bIns="289160" numCol="1" spcCol="1270" anchor="ctr" anchorCtr="0">
              <a:noAutofit/>
            </a:bodyPr>
            <a:lstStyle/>
            <a:p>
              <a:pPr algn="ctr" defTabSz="1111250">
                <a:lnSpc>
                  <a:spcPct val="90000"/>
                </a:lnSpc>
                <a:spcBef>
                  <a:spcPct val="0"/>
                </a:spcBef>
                <a:spcAft>
                  <a:spcPct val="35000"/>
                </a:spcAft>
              </a:pPr>
              <a:endParaRPr lang="id-ID" sz="2500">
                <a:solidFill>
                  <a:prstClr val="white"/>
                </a:solidFill>
              </a:endParaRPr>
            </a:p>
          </p:txBody>
        </p:sp>
        <p:sp>
          <p:nvSpPr>
            <p:cNvPr id="11" name="Freeform 20">
              <a:extLst>
                <a:ext uri="{FF2B5EF4-FFF2-40B4-BE49-F238E27FC236}">
                  <a16:creationId xmlns:a16="http://schemas.microsoft.com/office/drawing/2014/main" id="{A579B1B0-DDB1-4EBB-978E-216CE82C7910}"/>
                </a:ext>
              </a:extLst>
            </p:cNvPr>
            <p:cNvSpPr/>
            <p:nvPr/>
          </p:nvSpPr>
          <p:spPr>
            <a:xfrm rot="2700000">
              <a:off x="4396610" y="2864049"/>
              <a:ext cx="1324100" cy="1324099"/>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solidFill>
              <a:schemeClr val="tx1">
                <a:lumMod val="50000"/>
                <a:lumOff val="50000"/>
              </a:schemeClr>
            </a:solidFill>
            <a:ln>
              <a:noFill/>
            </a:ln>
          </p:spPr>
          <p:style>
            <a:lnRef idx="2">
              <a:scrgbClr r="0" g="0" b="0"/>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spcFirstLastPara="0" vert="horz" wrap="square" lIns="289159" tIns="289158" rIns="289160" bIns="289161" numCol="1" spcCol="1270" anchor="ctr" anchorCtr="0">
              <a:noAutofit/>
            </a:bodyPr>
            <a:lstStyle/>
            <a:p>
              <a:pPr algn="ctr" defTabSz="1111250">
                <a:lnSpc>
                  <a:spcPct val="90000"/>
                </a:lnSpc>
                <a:spcBef>
                  <a:spcPct val="0"/>
                </a:spcBef>
                <a:spcAft>
                  <a:spcPct val="35000"/>
                </a:spcAft>
              </a:pPr>
              <a:endParaRPr lang="id-ID" sz="2500" dirty="0">
                <a:solidFill>
                  <a:prstClr val="white"/>
                </a:solidFill>
              </a:endParaRPr>
            </a:p>
          </p:txBody>
        </p:sp>
        <p:sp>
          <p:nvSpPr>
            <p:cNvPr id="12" name="Freeform 21">
              <a:extLst>
                <a:ext uri="{FF2B5EF4-FFF2-40B4-BE49-F238E27FC236}">
                  <a16:creationId xmlns:a16="http://schemas.microsoft.com/office/drawing/2014/main" id="{9089A343-8246-48E7-9004-1FD49A108E35}"/>
                </a:ext>
              </a:extLst>
            </p:cNvPr>
            <p:cNvSpPr/>
            <p:nvPr/>
          </p:nvSpPr>
          <p:spPr>
            <a:xfrm rot="18900000">
              <a:off x="5404646" y="3872616"/>
              <a:ext cx="1324099" cy="1324100"/>
            </a:xfrm>
            <a:custGeom>
              <a:avLst/>
              <a:gdLst>
                <a:gd name="connsiteX0" fmla="*/ 0 w 1324101"/>
                <a:gd name="connsiteY0" fmla="*/ 662051 h 1324101"/>
                <a:gd name="connsiteX1" fmla="*/ 662051 w 1324101"/>
                <a:gd name="connsiteY1" fmla="*/ 0 h 1324101"/>
                <a:gd name="connsiteX2" fmla="*/ 1324101 w 1324101"/>
                <a:gd name="connsiteY2" fmla="*/ 0 h 1324101"/>
                <a:gd name="connsiteX3" fmla="*/ 1324101 w 1324101"/>
                <a:gd name="connsiteY3" fmla="*/ 662051 h 1324101"/>
                <a:gd name="connsiteX4" fmla="*/ 662050 w 1324101"/>
                <a:gd name="connsiteY4" fmla="*/ 1324102 h 1324101"/>
                <a:gd name="connsiteX5" fmla="*/ -1 w 1324101"/>
                <a:gd name="connsiteY5" fmla="*/ 662051 h 1324101"/>
                <a:gd name="connsiteX6" fmla="*/ 0 w 1324101"/>
                <a:gd name="connsiteY6" fmla="*/ 662051 h 13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24101" h="1324101">
                  <a:moveTo>
                    <a:pt x="0" y="662051"/>
                  </a:moveTo>
                  <a:cubicBezTo>
                    <a:pt x="0" y="296410"/>
                    <a:pt x="296410" y="0"/>
                    <a:pt x="662051" y="0"/>
                  </a:cubicBezTo>
                  <a:lnTo>
                    <a:pt x="1324101" y="0"/>
                  </a:lnTo>
                  <a:lnTo>
                    <a:pt x="1324101" y="662051"/>
                  </a:lnTo>
                  <a:cubicBezTo>
                    <a:pt x="1324101" y="1027692"/>
                    <a:pt x="1027691" y="1324102"/>
                    <a:pt x="662050" y="1324102"/>
                  </a:cubicBezTo>
                  <a:cubicBezTo>
                    <a:pt x="296409" y="1324102"/>
                    <a:pt x="-1" y="1027692"/>
                    <a:pt x="-1" y="662051"/>
                  </a:cubicBezTo>
                  <a:lnTo>
                    <a:pt x="0" y="662051"/>
                  </a:lnTo>
                  <a:close/>
                </a:path>
              </a:pathLst>
            </a:custGeom>
            <a:solidFill>
              <a:schemeClr val="accent4"/>
            </a:solidFill>
            <a:ln>
              <a:noFill/>
            </a:ln>
          </p:spPr>
          <p:style>
            <a:lnRef idx="2">
              <a:scrgbClr r="0" g="0" b="0"/>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289160" tIns="289159" rIns="289159" bIns="289161" numCol="1" spcCol="1270" anchor="ctr" anchorCtr="0">
              <a:noAutofit/>
            </a:bodyPr>
            <a:lstStyle/>
            <a:p>
              <a:pPr algn="ctr" defTabSz="1111250">
                <a:lnSpc>
                  <a:spcPct val="90000"/>
                </a:lnSpc>
                <a:spcBef>
                  <a:spcPct val="0"/>
                </a:spcBef>
                <a:spcAft>
                  <a:spcPct val="35000"/>
                </a:spcAft>
              </a:pPr>
              <a:endParaRPr lang="id-ID" sz="2500">
                <a:solidFill>
                  <a:prstClr val="white"/>
                </a:solidFill>
              </a:endParaRPr>
            </a:p>
          </p:txBody>
        </p:sp>
        <p:sp>
          <p:nvSpPr>
            <p:cNvPr id="13" name="Freeform 22">
              <a:extLst>
                <a:ext uri="{FF2B5EF4-FFF2-40B4-BE49-F238E27FC236}">
                  <a16:creationId xmlns:a16="http://schemas.microsoft.com/office/drawing/2014/main" id="{55008BC4-0D71-42A7-B8BC-3793E2A7876D}"/>
                </a:ext>
              </a:extLst>
            </p:cNvPr>
            <p:cNvSpPr/>
            <p:nvPr/>
          </p:nvSpPr>
          <p:spPr>
            <a:xfrm>
              <a:off x="5841172" y="3299375"/>
              <a:ext cx="431999" cy="431999"/>
            </a:xfrm>
            <a:custGeom>
              <a:avLst/>
              <a:gdLst>
                <a:gd name="connsiteX0" fmla="*/ 0 w 1188002"/>
                <a:gd name="connsiteY0" fmla="*/ 594001 h 1188002"/>
                <a:gd name="connsiteX1" fmla="*/ 594001 w 1188002"/>
                <a:gd name="connsiteY1" fmla="*/ 0 h 1188002"/>
                <a:gd name="connsiteX2" fmla="*/ 1188002 w 1188002"/>
                <a:gd name="connsiteY2" fmla="*/ 594001 h 1188002"/>
                <a:gd name="connsiteX3" fmla="*/ 594001 w 1188002"/>
                <a:gd name="connsiteY3" fmla="*/ 1188002 h 1188002"/>
                <a:gd name="connsiteX4" fmla="*/ 0 w 1188002"/>
                <a:gd name="connsiteY4" fmla="*/ 594001 h 1188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8002" h="1188002">
                  <a:moveTo>
                    <a:pt x="0" y="594001"/>
                  </a:moveTo>
                  <a:cubicBezTo>
                    <a:pt x="0" y="265943"/>
                    <a:pt x="265943" y="0"/>
                    <a:pt x="594001" y="0"/>
                  </a:cubicBezTo>
                  <a:cubicBezTo>
                    <a:pt x="922059" y="0"/>
                    <a:pt x="1188002" y="265943"/>
                    <a:pt x="1188002" y="594001"/>
                  </a:cubicBezTo>
                  <a:cubicBezTo>
                    <a:pt x="1188002" y="922059"/>
                    <a:pt x="922059" y="1188002"/>
                    <a:pt x="594001" y="1188002"/>
                  </a:cubicBezTo>
                  <a:cubicBezTo>
                    <a:pt x="265943" y="1188002"/>
                    <a:pt x="0" y="922059"/>
                    <a:pt x="0" y="594001"/>
                  </a:cubicBezTo>
                  <a:close/>
                </a:path>
              </a:pathLst>
            </a:custGeom>
            <a:solidFill>
              <a:schemeClr val="accent5"/>
            </a:solidFill>
            <a:ln>
              <a:noFill/>
            </a:ln>
          </p:spPr>
          <p:style>
            <a:lnRef idx="2">
              <a:scrgbClr r="0" g="0" b="0"/>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08269" tIns="208269" rIns="208269" bIns="208269" numCol="1" spcCol="1270" anchor="ctr" anchorCtr="0">
              <a:noAutofit/>
            </a:bodyPr>
            <a:lstStyle/>
            <a:p>
              <a:pPr algn="ctr" defTabSz="2400300">
                <a:lnSpc>
                  <a:spcPct val="90000"/>
                </a:lnSpc>
                <a:spcBef>
                  <a:spcPct val="0"/>
                </a:spcBef>
                <a:spcAft>
                  <a:spcPct val="35000"/>
                </a:spcAft>
              </a:pPr>
              <a:endParaRPr lang="id-ID" sz="5400" dirty="0">
                <a:solidFill>
                  <a:prstClr val="white"/>
                </a:solidFill>
              </a:endParaRPr>
            </a:p>
          </p:txBody>
        </p:sp>
        <p:sp>
          <p:nvSpPr>
            <p:cNvPr id="14" name="Oval 13">
              <a:extLst>
                <a:ext uri="{FF2B5EF4-FFF2-40B4-BE49-F238E27FC236}">
                  <a16:creationId xmlns:a16="http://schemas.microsoft.com/office/drawing/2014/main" id="{4E1953E2-5AFA-4590-9E58-0E7801CCB7C6}"/>
                </a:ext>
              </a:extLst>
            </p:cNvPr>
            <p:cNvSpPr/>
            <p:nvPr/>
          </p:nvSpPr>
          <p:spPr>
            <a:xfrm>
              <a:off x="4655616" y="3123398"/>
              <a:ext cx="805932" cy="8059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prstClr val="white"/>
                </a:solidFill>
              </a:endParaRPr>
            </a:p>
          </p:txBody>
        </p:sp>
        <p:grpSp>
          <p:nvGrpSpPr>
            <p:cNvPr id="15" name="Group 14">
              <a:extLst>
                <a:ext uri="{FF2B5EF4-FFF2-40B4-BE49-F238E27FC236}">
                  <a16:creationId xmlns:a16="http://schemas.microsoft.com/office/drawing/2014/main" id="{A42AAE85-368B-4C74-A79B-A6C5D81D5D48}"/>
                </a:ext>
              </a:extLst>
            </p:cNvPr>
            <p:cNvGrpSpPr/>
            <p:nvPr/>
          </p:nvGrpSpPr>
          <p:grpSpPr>
            <a:xfrm>
              <a:off x="4858389" y="3344018"/>
              <a:ext cx="400386" cy="364696"/>
              <a:chOff x="395288" y="3546475"/>
              <a:chExt cx="979488" cy="892176"/>
            </a:xfrm>
            <a:noFill/>
          </p:grpSpPr>
          <p:sp>
            <p:nvSpPr>
              <p:cNvPr id="33" name="Freeform 5">
                <a:extLst>
                  <a:ext uri="{FF2B5EF4-FFF2-40B4-BE49-F238E27FC236}">
                    <a16:creationId xmlns:a16="http://schemas.microsoft.com/office/drawing/2014/main" id="{7C3CE1CD-BFDA-4815-BDA8-59C73CFCDE10}"/>
                  </a:ext>
                </a:extLst>
              </p:cNvPr>
              <p:cNvSpPr>
                <a:spLocks/>
              </p:cNvSpPr>
              <p:nvPr/>
            </p:nvSpPr>
            <p:spPr bwMode="auto">
              <a:xfrm>
                <a:off x="395288" y="3546475"/>
                <a:ext cx="979488" cy="892176"/>
              </a:xfrm>
              <a:custGeom>
                <a:avLst/>
                <a:gdLst>
                  <a:gd name="T0" fmla="*/ 49 w 258"/>
                  <a:gd name="T1" fmla="*/ 213 h 235"/>
                  <a:gd name="T2" fmla="*/ 45 w 258"/>
                  <a:gd name="T3" fmla="*/ 45 h 235"/>
                  <a:gd name="T4" fmla="*/ 209 w 258"/>
                  <a:gd name="T5" fmla="*/ 49 h 235"/>
                  <a:gd name="T6" fmla="*/ 213 w 258"/>
                  <a:gd name="T7" fmla="*/ 213 h 235"/>
                  <a:gd name="T8" fmla="*/ 133 w 258"/>
                  <a:gd name="T9" fmla="*/ 213 h 235"/>
                  <a:gd name="T10" fmla="*/ 89 w 258"/>
                  <a:gd name="T11" fmla="*/ 169 h 235"/>
                  <a:gd name="T12" fmla="*/ 73 w 258"/>
                  <a:gd name="T13" fmla="*/ 165 h 235"/>
                  <a:gd name="T14" fmla="*/ 77 w 258"/>
                  <a:gd name="T15" fmla="*/ 185 h 235"/>
                  <a:gd name="T16" fmla="*/ 77 w 258"/>
                  <a:gd name="T17" fmla="*/ 213 h 235"/>
                  <a:gd name="T18" fmla="*/ 49 w 258"/>
                  <a:gd name="T19" fmla="*/ 213 h 2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8" h="235">
                    <a:moveTo>
                      <a:pt x="49" y="213"/>
                    </a:moveTo>
                    <a:cubicBezTo>
                      <a:pt x="4" y="168"/>
                      <a:pt x="0" y="90"/>
                      <a:pt x="45" y="45"/>
                    </a:cubicBezTo>
                    <a:cubicBezTo>
                      <a:pt x="90" y="0"/>
                      <a:pt x="164" y="4"/>
                      <a:pt x="209" y="49"/>
                    </a:cubicBezTo>
                    <a:cubicBezTo>
                      <a:pt x="254" y="94"/>
                      <a:pt x="258" y="168"/>
                      <a:pt x="213" y="213"/>
                    </a:cubicBezTo>
                    <a:cubicBezTo>
                      <a:pt x="191" y="235"/>
                      <a:pt x="155" y="235"/>
                      <a:pt x="133" y="213"/>
                    </a:cubicBezTo>
                    <a:cubicBezTo>
                      <a:pt x="89" y="169"/>
                      <a:pt x="89" y="169"/>
                      <a:pt x="89" y="169"/>
                    </a:cubicBezTo>
                    <a:cubicBezTo>
                      <a:pt x="81" y="161"/>
                      <a:pt x="77" y="161"/>
                      <a:pt x="73" y="165"/>
                    </a:cubicBezTo>
                    <a:cubicBezTo>
                      <a:pt x="69" y="169"/>
                      <a:pt x="69" y="177"/>
                      <a:pt x="77" y="185"/>
                    </a:cubicBezTo>
                    <a:cubicBezTo>
                      <a:pt x="85" y="193"/>
                      <a:pt x="85" y="205"/>
                      <a:pt x="77" y="213"/>
                    </a:cubicBezTo>
                    <a:cubicBezTo>
                      <a:pt x="69" y="221"/>
                      <a:pt x="57" y="221"/>
                      <a:pt x="49" y="213"/>
                    </a:cubicBezTo>
                    <a:close/>
                  </a:path>
                </a:pathLst>
              </a:custGeom>
              <a:grpFill/>
              <a:ln w="25400" cap="rnd">
                <a:solidFill>
                  <a:schemeClr val="tx1">
                    <a:lumMod val="75000"/>
                    <a:lumOff val="25000"/>
                  </a:schemeClr>
                </a:solidFill>
                <a:prstDash val="solid"/>
                <a:round/>
                <a:headEnd/>
                <a:tailEnd/>
              </a:ln>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4" name="Freeform 6">
                <a:extLst>
                  <a:ext uri="{FF2B5EF4-FFF2-40B4-BE49-F238E27FC236}">
                    <a16:creationId xmlns:a16="http://schemas.microsoft.com/office/drawing/2014/main" id="{1AD13913-8A2F-439D-AACB-12BD137CC941}"/>
                  </a:ext>
                </a:extLst>
              </p:cNvPr>
              <p:cNvSpPr>
                <a:spLocks/>
              </p:cNvSpPr>
              <p:nvPr/>
            </p:nvSpPr>
            <p:spPr bwMode="auto">
              <a:xfrm>
                <a:off x="979489" y="3781424"/>
                <a:ext cx="133351" cy="133350"/>
              </a:xfrm>
              <a:custGeom>
                <a:avLst/>
                <a:gdLst>
                  <a:gd name="T0" fmla="*/ 29 w 35"/>
                  <a:gd name="T1" fmla="*/ 28 h 35"/>
                  <a:gd name="T2" fmla="*/ 6 w 35"/>
                  <a:gd name="T3" fmla="*/ 28 h 35"/>
                  <a:gd name="T4" fmla="*/ 6 w 35"/>
                  <a:gd name="T5" fmla="*/ 6 h 35"/>
                  <a:gd name="T6" fmla="*/ 29 w 35"/>
                  <a:gd name="T7" fmla="*/ 6 h 35"/>
                  <a:gd name="T8" fmla="*/ 29 w 35"/>
                  <a:gd name="T9" fmla="*/ 28 h 35"/>
                </a:gdLst>
                <a:ahLst/>
                <a:cxnLst>
                  <a:cxn ang="0">
                    <a:pos x="T0" y="T1"/>
                  </a:cxn>
                  <a:cxn ang="0">
                    <a:pos x="T2" y="T3"/>
                  </a:cxn>
                  <a:cxn ang="0">
                    <a:pos x="T4" y="T5"/>
                  </a:cxn>
                  <a:cxn ang="0">
                    <a:pos x="T6" y="T7"/>
                  </a:cxn>
                  <a:cxn ang="0">
                    <a:pos x="T8" y="T9"/>
                  </a:cxn>
                </a:cxnLst>
                <a:rect l="0" t="0" r="r" b="b"/>
                <a:pathLst>
                  <a:path w="35" h="35">
                    <a:moveTo>
                      <a:pt x="29" y="28"/>
                    </a:moveTo>
                    <a:cubicBezTo>
                      <a:pt x="23" y="35"/>
                      <a:pt x="13" y="35"/>
                      <a:pt x="6" y="28"/>
                    </a:cubicBezTo>
                    <a:cubicBezTo>
                      <a:pt x="0" y="22"/>
                      <a:pt x="0" y="12"/>
                      <a:pt x="6" y="6"/>
                    </a:cubicBezTo>
                    <a:cubicBezTo>
                      <a:pt x="13" y="0"/>
                      <a:pt x="23" y="0"/>
                      <a:pt x="29" y="6"/>
                    </a:cubicBezTo>
                    <a:cubicBezTo>
                      <a:pt x="35" y="12"/>
                      <a:pt x="35" y="22"/>
                      <a:pt x="29" y="28"/>
                    </a:cubicBezTo>
                    <a:close/>
                  </a:path>
                </a:pathLst>
              </a:custGeom>
              <a:grpFill/>
              <a:ln w="25400" cap="rnd">
                <a:solidFill>
                  <a:schemeClr val="tx1">
                    <a:lumMod val="50000"/>
                    <a:lumOff val="50000"/>
                  </a:schemeClr>
                </a:solidFill>
                <a:prstDash val="solid"/>
                <a:round/>
                <a:headEnd/>
                <a:tailEnd/>
              </a:ln>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5" name="Freeform 7">
                <a:extLst>
                  <a:ext uri="{FF2B5EF4-FFF2-40B4-BE49-F238E27FC236}">
                    <a16:creationId xmlns:a16="http://schemas.microsoft.com/office/drawing/2014/main" id="{B1E7CAD6-6B6B-4E56-927C-44CBEFF9CA2E}"/>
                  </a:ext>
                </a:extLst>
              </p:cNvPr>
              <p:cNvSpPr>
                <a:spLocks/>
              </p:cNvSpPr>
              <p:nvPr/>
            </p:nvSpPr>
            <p:spPr bwMode="auto">
              <a:xfrm>
                <a:off x="1101726" y="3987800"/>
                <a:ext cx="101600" cy="98425"/>
              </a:xfrm>
              <a:custGeom>
                <a:avLst/>
                <a:gdLst>
                  <a:gd name="T0" fmla="*/ 5 w 27"/>
                  <a:gd name="T1" fmla="*/ 22 h 26"/>
                  <a:gd name="T2" fmla="*/ 5 w 27"/>
                  <a:gd name="T3" fmla="*/ 5 h 26"/>
                  <a:gd name="T4" fmla="*/ 22 w 27"/>
                  <a:gd name="T5" fmla="*/ 5 h 26"/>
                  <a:gd name="T6" fmla="*/ 22 w 27"/>
                  <a:gd name="T7" fmla="*/ 22 h 26"/>
                  <a:gd name="T8" fmla="*/ 5 w 27"/>
                  <a:gd name="T9" fmla="*/ 22 h 26"/>
                </a:gdLst>
                <a:ahLst/>
                <a:cxnLst>
                  <a:cxn ang="0">
                    <a:pos x="T0" y="T1"/>
                  </a:cxn>
                  <a:cxn ang="0">
                    <a:pos x="T2" y="T3"/>
                  </a:cxn>
                  <a:cxn ang="0">
                    <a:pos x="T4" y="T5"/>
                  </a:cxn>
                  <a:cxn ang="0">
                    <a:pos x="T6" y="T7"/>
                  </a:cxn>
                  <a:cxn ang="0">
                    <a:pos x="T8" y="T9"/>
                  </a:cxn>
                </a:cxnLst>
                <a:rect l="0" t="0" r="r" b="b"/>
                <a:pathLst>
                  <a:path w="27" h="26">
                    <a:moveTo>
                      <a:pt x="5" y="22"/>
                    </a:moveTo>
                    <a:cubicBezTo>
                      <a:pt x="0" y="17"/>
                      <a:pt x="0" y="9"/>
                      <a:pt x="5" y="5"/>
                    </a:cubicBezTo>
                    <a:cubicBezTo>
                      <a:pt x="10" y="0"/>
                      <a:pt x="17" y="0"/>
                      <a:pt x="22" y="5"/>
                    </a:cubicBezTo>
                    <a:cubicBezTo>
                      <a:pt x="27" y="9"/>
                      <a:pt x="27" y="17"/>
                      <a:pt x="22" y="22"/>
                    </a:cubicBezTo>
                    <a:cubicBezTo>
                      <a:pt x="17" y="26"/>
                      <a:pt x="10" y="26"/>
                      <a:pt x="5" y="22"/>
                    </a:cubicBezTo>
                    <a:close/>
                  </a:path>
                </a:pathLst>
              </a:custGeom>
              <a:grpFill/>
              <a:ln w="25400" cap="rnd">
                <a:solidFill>
                  <a:schemeClr val="tx1">
                    <a:lumMod val="50000"/>
                    <a:lumOff val="50000"/>
                  </a:schemeClr>
                </a:solidFill>
                <a:prstDash val="solid"/>
                <a:round/>
                <a:headEnd/>
                <a:tailEnd/>
              </a:ln>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6" name="Freeform 8">
                <a:extLst>
                  <a:ext uri="{FF2B5EF4-FFF2-40B4-BE49-F238E27FC236}">
                    <a16:creationId xmlns:a16="http://schemas.microsoft.com/office/drawing/2014/main" id="{3F567BE9-653B-4DE4-83E8-65B97FFCE79B}"/>
                  </a:ext>
                </a:extLst>
              </p:cNvPr>
              <p:cNvSpPr>
                <a:spLocks/>
              </p:cNvSpPr>
              <p:nvPr/>
            </p:nvSpPr>
            <p:spPr bwMode="auto">
              <a:xfrm>
                <a:off x="965201" y="4143375"/>
                <a:ext cx="166688" cy="166688"/>
              </a:xfrm>
              <a:custGeom>
                <a:avLst/>
                <a:gdLst>
                  <a:gd name="T0" fmla="*/ 8 w 44"/>
                  <a:gd name="T1" fmla="*/ 36 h 44"/>
                  <a:gd name="T2" fmla="*/ 8 w 44"/>
                  <a:gd name="T3" fmla="*/ 8 h 44"/>
                  <a:gd name="T4" fmla="*/ 36 w 44"/>
                  <a:gd name="T5" fmla="*/ 8 h 44"/>
                  <a:gd name="T6" fmla="*/ 36 w 44"/>
                  <a:gd name="T7" fmla="*/ 36 h 44"/>
                  <a:gd name="T8" fmla="*/ 8 w 44"/>
                  <a:gd name="T9" fmla="*/ 36 h 44"/>
                </a:gdLst>
                <a:ahLst/>
                <a:cxnLst>
                  <a:cxn ang="0">
                    <a:pos x="T0" y="T1"/>
                  </a:cxn>
                  <a:cxn ang="0">
                    <a:pos x="T2" y="T3"/>
                  </a:cxn>
                  <a:cxn ang="0">
                    <a:pos x="T4" y="T5"/>
                  </a:cxn>
                  <a:cxn ang="0">
                    <a:pos x="T6" y="T7"/>
                  </a:cxn>
                  <a:cxn ang="0">
                    <a:pos x="T8" y="T9"/>
                  </a:cxn>
                </a:cxnLst>
                <a:rect l="0" t="0" r="r" b="b"/>
                <a:pathLst>
                  <a:path w="44" h="44">
                    <a:moveTo>
                      <a:pt x="8" y="36"/>
                    </a:moveTo>
                    <a:cubicBezTo>
                      <a:pt x="0" y="28"/>
                      <a:pt x="0" y="16"/>
                      <a:pt x="8" y="8"/>
                    </a:cubicBezTo>
                    <a:cubicBezTo>
                      <a:pt x="15" y="0"/>
                      <a:pt x="28" y="0"/>
                      <a:pt x="36" y="8"/>
                    </a:cubicBezTo>
                    <a:cubicBezTo>
                      <a:pt x="44" y="16"/>
                      <a:pt x="44" y="28"/>
                      <a:pt x="36" y="36"/>
                    </a:cubicBezTo>
                    <a:cubicBezTo>
                      <a:pt x="28" y="44"/>
                      <a:pt x="15" y="44"/>
                      <a:pt x="8" y="36"/>
                    </a:cubicBezTo>
                    <a:close/>
                  </a:path>
                </a:pathLst>
              </a:custGeom>
              <a:grpFill/>
              <a:ln w="25400" cap="rnd">
                <a:solidFill>
                  <a:schemeClr val="tx1">
                    <a:lumMod val="50000"/>
                    <a:lumOff val="50000"/>
                  </a:schemeClr>
                </a:solidFill>
                <a:prstDash val="solid"/>
                <a:round/>
                <a:headEnd/>
                <a:tailEnd/>
              </a:ln>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7" name="Freeform 9">
                <a:extLst>
                  <a:ext uri="{FF2B5EF4-FFF2-40B4-BE49-F238E27FC236}">
                    <a16:creationId xmlns:a16="http://schemas.microsoft.com/office/drawing/2014/main" id="{647B9851-7C6B-4DC7-B303-7725948F606F}"/>
                  </a:ext>
                </a:extLst>
              </p:cNvPr>
              <p:cNvSpPr>
                <a:spLocks/>
              </p:cNvSpPr>
              <p:nvPr/>
            </p:nvSpPr>
            <p:spPr bwMode="auto">
              <a:xfrm>
                <a:off x="741364" y="3740151"/>
                <a:ext cx="136525" cy="133350"/>
              </a:xfrm>
              <a:custGeom>
                <a:avLst/>
                <a:gdLst>
                  <a:gd name="T0" fmla="*/ 29 w 36"/>
                  <a:gd name="T1" fmla="*/ 6 h 35"/>
                  <a:gd name="T2" fmla="*/ 29 w 36"/>
                  <a:gd name="T3" fmla="*/ 29 h 35"/>
                  <a:gd name="T4" fmla="*/ 7 w 36"/>
                  <a:gd name="T5" fmla="*/ 29 h 35"/>
                  <a:gd name="T6" fmla="*/ 7 w 36"/>
                  <a:gd name="T7" fmla="*/ 6 h 35"/>
                  <a:gd name="T8" fmla="*/ 29 w 36"/>
                  <a:gd name="T9" fmla="*/ 6 h 35"/>
                </a:gdLst>
                <a:ahLst/>
                <a:cxnLst>
                  <a:cxn ang="0">
                    <a:pos x="T0" y="T1"/>
                  </a:cxn>
                  <a:cxn ang="0">
                    <a:pos x="T2" y="T3"/>
                  </a:cxn>
                  <a:cxn ang="0">
                    <a:pos x="T4" y="T5"/>
                  </a:cxn>
                  <a:cxn ang="0">
                    <a:pos x="T6" y="T7"/>
                  </a:cxn>
                  <a:cxn ang="0">
                    <a:pos x="T8" y="T9"/>
                  </a:cxn>
                </a:cxnLst>
                <a:rect l="0" t="0" r="r" b="b"/>
                <a:pathLst>
                  <a:path w="36" h="35">
                    <a:moveTo>
                      <a:pt x="29" y="6"/>
                    </a:moveTo>
                    <a:cubicBezTo>
                      <a:pt x="36" y="12"/>
                      <a:pt x="36" y="22"/>
                      <a:pt x="29" y="29"/>
                    </a:cubicBezTo>
                    <a:cubicBezTo>
                      <a:pt x="23" y="35"/>
                      <a:pt x="13" y="35"/>
                      <a:pt x="7" y="29"/>
                    </a:cubicBezTo>
                    <a:cubicBezTo>
                      <a:pt x="0" y="22"/>
                      <a:pt x="0" y="12"/>
                      <a:pt x="7" y="6"/>
                    </a:cubicBezTo>
                    <a:cubicBezTo>
                      <a:pt x="13" y="0"/>
                      <a:pt x="23" y="0"/>
                      <a:pt x="29" y="6"/>
                    </a:cubicBezTo>
                    <a:close/>
                  </a:path>
                </a:pathLst>
              </a:custGeom>
              <a:grpFill/>
              <a:ln w="25400" cap="rnd">
                <a:solidFill>
                  <a:schemeClr val="tx1">
                    <a:lumMod val="50000"/>
                    <a:lumOff val="50000"/>
                  </a:schemeClr>
                </a:solidFill>
                <a:prstDash val="solid"/>
                <a:round/>
                <a:headEnd/>
                <a:tailEnd/>
              </a:ln>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grpSp>
        <p:sp>
          <p:nvSpPr>
            <p:cNvPr id="16" name="Oval 15">
              <a:extLst>
                <a:ext uri="{FF2B5EF4-FFF2-40B4-BE49-F238E27FC236}">
                  <a16:creationId xmlns:a16="http://schemas.microsoft.com/office/drawing/2014/main" id="{05C0680C-E4AA-446D-9404-2AE6F7691EFE}"/>
                </a:ext>
              </a:extLst>
            </p:cNvPr>
            <p:cNvSpPr/>
            <p:nvPr/>
          </p:nvSpPr>
          <p:spPr>
            <a:xfrm>
              <a:off x="6675295" y="3126949"/>
              <a:ext cx="805932" cy="80593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solidFill>
                  <a:prstClr val="white"/>
                </a:solidFill>
              </a:endParaRPr>
            </a:p>
          </p:txBody>
        </p:sp>
        <p:sp>
          <p:nvSpPr>
            <p:cNvPr id="17" name="Oval 16">
              <a:extLst>
                <a:ext uri="{FF2B5EF4-FFF2-40B4-BE49-F238E27FC236}">
                  <a16:creationId xmlns:a16="http://schemas.microsoft.com/office/drawing/2014/main" id="{A86C8DBA-BB3B-4ECB-BFAC-A8EC04AD9539}"/>
                </a:ext>
              </a:extLst>
            </p:cNvPr>
            <p:cNvSpPr/>
            <p:nvPr/>
          </p:nvSpPr>
          <p:spPr>
            <a:xfrm>
              <a:off x="5681774" y="2125991"/>
              <a:ext cx="805932" cy="805933"/>
            </a:xfrm>
            <a:prstGeom prst="ellipse">
              <a:avLst/>
            </a:prstGeom>
            <a:solidFill>
              <a:schemeClr val="bg1"/>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prstClr val="white"/>
                </a:solidFill>
              </a:endParaRPr>
            </a:p>
          </p:txBody>
        </p:sp>
        <p:sp>
          <p:nvSpPr>
            <p:cNvPr id="18" name="Oval 17">
              <a:extLst>
                <a:ext uri="{FF2B5EF4-FFF2-40B4-BE49-F238E27FC236}">
                  <a16:creationId xmlns:a16="http://schemas.microsoft.com/office/drawing/2014/main" id="{A7B67654-2145-4AE9-8CAA-8332349F4465}"/>
                </a:ext>
              </a:extLst>
            </p:cNvPr>
            <p:cNvSpPr/>
            <p:nvPr/>
          </p:nvSpPr>
          <p:spPr>
            <a:xfrm>
              <a:off x="5676479" y="4112565"/>
              <a:ext cx="805932" cy="805933"/>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a:solidFill>
                  <a:prstClr val="white"/>
                </a:solidFill>
              </a:endParaRPr>
            </a:p>
          </p:txBody>
        </p:sp>
        <p:grpSp>
          <p:nvGrpSpPr>
            <p:cNvPr id="19" name="Group 18">
              <a:extLst>
                <a:ext uri="{FF2B5EF4-FFF2-40B4-BE49-F238E27FC236}">
                  <a16:creationId xmlns:a16="http://schemas.microsoft.com/office/drawing/2014/main" id="{54E8B4BE-8D9F-4024-A413-24A1EBF1A217}"/>
                </a:ext>
              </a:extLst>
            </p:cNvPr>
            <p:cNvGrpSpPr/>
            <p:nvPr/>
          </p:nvGrpSpPr>
          <p:grpSpPr>
            <a:xfrm>
              <a:off x="6897582" y="3337996"/>
              <a:ext cx="361360" cy="361360"/>
              <a:chOff x="2484438" y="3797927"/>
              <a:chExt cx="881063" cy="881063"/>
            </a:xfrm>
          </p:grpSpPr>
          <p:sp>
            <p:nvSpPr>
              <p:cNvPr id="29" name="Oval 13">
                <a:extLst>
                  <a:ext uri="{FF2B5EF4-FFF2-40B4-BE49-F238E27FC236}">
                    <a16:creationId xmlns:a16="http://schemas.microsoft.com/office/drawing/2014/main" id="{446CA17D-7916-41E4-899D-710BB4A201B6}"/>
                  </a:ext>
                </a:extLst>
              </p:cNvPr>
              <p:cNvSpPr>
                <a:spLocks noChangeArrowheads="1"/>
              </p:cNvSpPr>
              <p:nvPr/>
            </p:nvSpPr>
            <p:spPr bwMode="auto">
              <a:xfrm>
                <a:off x="2484438" y="3797927"/>
                <a:ext cx="881063" cy="881063"/>
              </a:xfrm>
              <a:prstGeom prst="ellipse">
                <a:avLst/>
              </a:prstGeom>
              <a:noFill/>
              <a:ln w="25400" cap="rnd">
                <a:solidFill>
                  <a:schemeClr val="accent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0" name="Freeform 14">
                <a:extLst>
                  <a:ext uri="{FF2B5EF4-FFF2-40B4-BE49-F238E27FC236}">
                    <a16:creationId xmlns:a16="http://schemas.microsoft.com/office/drawing/2014/main" id="{FF544AB9-E7C0-48C4-952C-0058E0AA2A57}"/>
                  </a:ext>
                </a:extLst>
              </p:cNvPr>
              <p:cNvSpPr>
                <a:spLocks/>
              </p:cNvSpPr>
              <p:nvPr/>
            </p:nvSpPr>
            <p:spPr bwMode="auto">
              <a:xfrm>
                <a:off x="2636838" y="4267827"/>
                <a:ext cx="576263" cy="293688"/>
              </a:xfrm>
              <a:custGeom>
                <a:avLst/>
                <a:gdLst>
                  <a:gd name="T0" fmla="*/ 152 w 152"/>
                  <a:gd name="T1" fmla="*/ 0 h 77"/>
                  <a:gd name="T2" fmla="*/ 76 w 152"/>
                  <a:gd name="T3" fmla="*/ 77 h 77"/>
                  <a:gd name="T4" fmla="*/ 0 w 152"/>
                  <a:gd name="T5" fmla="*/ 0 h 77"/>
                </a:gdLst>
                <a:ahLst/>
                <a:cxnLst>
                  <a:cxn ang="0">
                    <a:pos x="T0" y="T1"/>
                  </a:cxn>
                  <a:cxn ang="0">
                    <a:pos x="T2" y="T3"/>
                  </a:cxn>
                  <a:cxn ang="0">
                    <a:pos x="T4" y="T5"/>
                  </a:cxn>
                </a:cxnLst>
                <a:rect l="0" t="0" r="r" b="b"/>
                <a:pathLst>
                  <a:path w="152" h="77">
                    <a:moveTo>
                      <a:pt x="152" y="0"/>
                    </a:moveTo>
                    <a:cubicBezTo>
                      <a:pt x="152" y="41"/>
                      <a:pt x="118" y="77"/>
                      <a:pt x="76" y="77"/>
                    </a:cubicBezTo>
                    <a:cubicBezTo>
                      <a:pt x="34" y="77"/>
                      <a:pt x="0" y="41"/>
                      <a:pt x="0" y="0"/>
                    </a:cubicBezTo>
                  </a:path>
                </a:pathLst>
              </a:custGeom>
              <a:noFill/>
              <a:ln w="25400" cap="rnd">
                <a:solidFill>
                  <a:schemeClr val="accent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1" name="Freeform 15">
                <a:extLst>
                  <a:ext uri="{FF2B5EF4-FFF2-40B4-BE49-F238E27FC236}">
                    <a16:creationId xmlns:a16="http://schemas.microsoft.com/office/drawing/2014/main" id="{5EFFCF54-1AA3-447F-95C4-24FD2A5E24F8}"/>
                  </a:ext>
                </a:extLst>
              </p:cNvPr>
              <p:cNvSpPr>
                <a:spLocks/>
              </p:cNvSpPr>
              <p:nvPr/>
            </p:nvSpPr>
            <p:spPr bwMode="auto">
              <a:xfrm>
                <a:off x="2667001" y="4082090"/>
                <a:ext cx="166688" cy="80963"/>
              </a:xfrm>
              <a:custGeom>
                <a:avLst/>
                <a:gdLst>
                  <a:gd name="T0" fmla="*/ 0 w 44"/>
                  <a:gd name="T1" fmla="*/ 21 h 21"/>
                  <a:gd name="T2" fmla="*/ 23 w 44"/>
                  <a:gd name="T3" fmla="*/ 0 h 21"/>
                  <a:gd name="T4" fmla="*/ 44 w 44"/>
                  <a:gd name="T5" fmla="*/ 21 h 21"/>
                </a:gdLst>
                <a:ahLst/>
                <a:cxnLst>
                  <a:cxn ang="0">
                    <a:pos x="T0" y="T1"/>
                  </a:cxn>
                  <a:cxn ang="0">
                    <a:pos x="T2" y="T3"/>
                  </a:cxn>
                  <a:cxn ang="0">
                    <a:pos x="T4" y="T5"/>
                  </a:cxn>
                </a:cxnLst>
                <a:rect l="0" t="0" r="r" b="b"/>
                <a:pathLst>
                  <a:path w="44" h="21">
                    <a:moveTo>
                      <a:pt x="0" y="21"/>
                    </a:moveTo>
                    <a:cubicBezTo>
                      <a:pt x="0" y="10"/>
                      <a:pt x="11" y="0"/>
                      <a:pt x="23" y="0"/>
                    </a:cubicBezTo>
                    <a:cubicBezTo>
                      <a:pt x="34" y="0"/>
                      <a:pt x="44" y="10"/>
                      <a:pt x="44" y="21"/>
                    </a:cubicBezTo>
                  </a:path>
                </a:pathLst>
              </a:custGeom>
              <a:noFill/>
              <a:ln w="25400" cap="rnd">
                <a:solidFill>
                  <a:schemeClr val="accent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32" name="Freeform 16">
                <a:extLst>
                  <a:ext uri="{FF2B5EF4-FFF2-40B4-BE49-F238E27FC236}">
                    <a16:creationId xmlns:a16="http://schemas.microsoft.com/office/drawing/2014/main" id="{4E64D9C7-F4DC-4CEB-8AD5-2E0F6B777423}"/>
                  </a:ext>
                </a:extLst>
              </p:cNvPr>
              <p:cNvSpPr>
                <a:spLocks/>
              </p:cNvSpPr>
              <p:nvPr/>
            </p:nvSpPr>
            <p:spPr bwMode="auto">
              <a:xfrm>
                <a:off x="3016251" y="4082090"/>
                <a:ext cx="166688" cy="80963"/>
              </a:xfrm>
              <a:custGeom>
                <a:avLst/>
                <a:gdLst>
                  <a:gd name="T0" fmla="*/ 44 w 44"/>
                  <a:gd name="T1" fmla="*/ 21 h 21"/>
                  <a:gd name="T2" fmla="*/ 21 w 44"/>
                  <a:gd name="T3" fmla="*/ 0 h 21"/>
                  <a:gd name="T4" fmla="*/ 0 w 44"/>
                  <a:gd name="T5" fmla="*/ 21 h 21"/>
                </a:gdLst>
                <a:ahLst/>
                <a:cxnLst>
                  <a:cxn ang="0">
                    <a:pos x="T0" y="T1"/>
                  </a:cxn>
                  <a:cxn ang="0">
                    <a:pos x="T2" y="T3"/>
                  </a:cxn>
                  <a:cxn ang="0">
                    <a:pos x="T4" y="T5"/>
                  </a:cxn>
                </a:cxnLst>
                <a:rect l="0" t="0" r="r" b="b"/>
                <a:pathLst>
                  <a:path w="44" h="21">
                    <a:moveTo>
                      <a:pt x="44" y="21"/>
                    </a:moveTo>
                    <a:cubicBezTo>
                      <a:pt x="44" y="10"/>
                      <a:pt x="32" y="0"/>
                      <a:pt x="21" y="0"/>
                    </a:cubicBezTo>
                    <a:cubicBezTo>
                      <a:pt x="10" y="0"/>
                      <a:pt x="0" y="10"/>
                      <a:pt x="0" y="21"/>
                    </a:cubicBezTo>
                  </a:path>
                </a:pathLst>
              </a:custGeom>
              <a:noFill/>
              <a:ln w="25400" cap="rnd">
                <a:solidFill>
                  <a:schemeClr val="accent6"/>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grpSp>
        <p:grpSp>
          <p:nvGrpSpPr>
            <p:cNvPr id="20" name="Group 19">
              <a:extLst>
                <a:ext uri="{FF2B5EF4-FFF2-40B4-BE49-F238E27FC236}">
                  <a16:creationId xmlns:a16="http://schemas.microsoft.com/office/drawing/2014/main" id="{418EFF40-013C-4DA4-ABFB-EFA085A65CEB}"/>
                </a:ext>
              </a:extLst>
            </p:cNvPr>
            <p:cNvGrpSpPr/>
            <p:nvPr/>
          </p:nvGrpSpPr>
          <p:grpSpPr>
            <a:xfrm>
              <a:off x="5919093" y="4350312"/>
              <a:ext cx="320706" cy="345871"/>
              <a:chOff x="3997325" y="3846513"/>
              <a:chExt cx="788988" cy="850900"/>
            </a:xfrm>
          </p:grpSpPr>
          <p:sp>
            <p:nvSpPr>
              <p:cNvPr id="26" name="Freeform 20">
                <a:extLst>
                  <a:ext uri="{FF2B5EF4-FFF2-40B4-BE49-F238E27FC236}">
                    <a16:creationId xmlns:a16="http://schemas.microsoft.com/office/drawing/2014/main" id="{B76AE0F8-DCB8-466F-BBED-017FB38A798F}"/>
                  </a:ext>
                </a:extLst>
              </p:cNvPr>
              <p:cNvSpPr>
                <a:spLocks/>
              </p:cNvSpPr>
              <p:nvPr/>
            </p:nvSpPr>
            <p:spPr bwMode="auto">
              <a:xfrm>
                <a:off x="3997325" y="3906838"/>
                <a:ext cx="788988" cy="790575"/>
              </a:xfrm>
              <a:custGeom>
                <a:avLst/>
                <a:gdLst>
                  <a:gd name="T0" fmla="*/ 248 w 497"/>
                  <a:gd name="T1" fmla="*/ 115 h 498"/>
                  <a:gd name="T2" fmla="*/ 497 w 497"/>
                  <a:gd name="T3" fmla="*/ 0 h 498"/>
                  <a:gd name="T4" fmla="*/ 497 w 497"/>
                  <a:gd name="T5" fmla="*/ 373 h 498"/>
                  <a:gd name="T6" fmla="*/ 248 w 497"/>
                  <a:gd name="T7" fmla="*/ 498 h 498"/>
                  <a:gd name="T8" fmla="*/ 0 w 497"/>
                  <a:gd name="T9" fmla="*/ 373 h 498"/>
                  <a:gd name="T10" fmla="*/ 0 w 497"/>
                  <a:gd name="T11" fmla="*/ 0 h 498"/>
                  <a:gd name="T12" fmla="*/ 248 w 497"/>
                  <a:gd name="T13" fmla="*/ 115 h 498"/>
                </a:gdLst>
                <a:ahLst/>
                <a:cxnLst>
                  <a:cxn ang="0">
                    <a:pos x="T0" y="T1"/>
                  </a:cxn>
                  <a:cxn ang="0">
                    <a:pos x="T2" y="T3"/>
                  </a:cxn>
                  <a:cxn ang="0">
                    <a:pos x="T4" y="T5"/>
                  </a:cxn>
                  <a:cxn ang="0">
                    <a:pos x="T6" y="T7"/>
                  </a:cxn>
                  <a:cxn ang="0">
                    <a:pos x="T8" y="T9"/>
                  </a:cxn>
                  <a:cxn ang="0">
                    <a:pos x="T10" y="T11"/>
                  </a:cxn>
                  <a:cxn ang="0">
                    <a:pos x="T12" y="T13"/>
                  </a:cxn>
                </a:cxnLst>
                <a:rect l="0" t="0" r="r" b="b"/>
                <a:pathLst>
                  <a:path w="497" h="498">
                    <a:moveTo>
                      <a:pt x="248" y="115"/>
                    </a:moveTo>
                    <a:lnTo>
                      <a:pt x="497" y="0"/>
                    </a:lnTo>
                    <a:lnTo>
                      <a:pt x="497" y="373"/>
                    </a:lnTo>
                    <a:lnTo>
                      <a:pt x="248" y="498"/>
                    </a:lnTo>
                    <a:lnTo>
                      <a:pt x="0" y="373"/>
                    </a:lnTo>
                    <a:lnTo>
                      <a:pt x="0" y="0"/>
                    </a:lnTo>
                    <a:lnTo>
                      <a:pt x="248" y="115"/>
                    </a:lnTo>
                    <a:close/>
                  </a:path>
                </a:pathLst>
              </a:custGeom>
              <a:noFill/>
              <a:ln w="2540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27" name="Freeform 21">
                <a:extLst>
                  <a:ext uri="{FF2B5EF4-FFF2-40B4-BE49-F238E27FC236}">
                    <a16:creationId xmlns:a16="http://schemas.microsoft.com/office/drawing/2014/main" id="{ACEB96FB-5799-4337-B5FD-1A1E237DD6AF}"/>
                  </a:ext>
                </a:extLst>
              </p:cNvPr>
              <p:cNvSpPr>
                <a:spLocks/>
              </p:cNvSpPr>
              <p:nvPr/>
            </p:nvSpPr>
            <p:spPr bwMode="auto">
              <a:xfrm>
                <a:off x="4087813" y="3846513"/>
                <a:ext cx="608013" cy="150812"/>
              </a:xfrm>
              <a:custGeom>
                <a:avLst/>
                <a:gdLst>
                  <a:gd name="T0" fmla="*/ 383 w 383"/>
                  <a:gd name="T1" fmla="*/ 0 h 95"/>
                  <a:gd name="T2" fmla="*/ 191 w 383"/>
                  <a:gd name="T3" fmla="*/ 95 h 95"/>
                  <a:gd name="T4" fmla="*/ 0 w 383"/>
                  <a:gd name="T5" fmla="*/ 0 h 95"/>
                </a:gdLst>
                <a:ahLst/>
                <a:cxnLst>
                  <a:cxn ang="0">
                    <a:pos x="T0" y="T1"/>
                  </a:cxn>
                  <a:cxn ang="0">
                    <a:pos x="T2" y="T3"/>
                  </a:cxn>
                  <a:cxn ang="0">
                    <a:pos x="T4" y="T5"/>
                  </a:cxn>
                </a:cxnLst>
                <a:rect l="0" t="0" r="r" b="b"/>
                <a:pathLst>
                  <a:path w="383" h="95">
                    <a:moveTo>
                      <a:pt x="383" y="0"/>
                    </a:moveTo>
                    <a:lnTo>
                      <a:pt x="191" y="95"/>
                    </a:lnTo>
                    <a:lnTo>
                      <a:pt x="0" y="0"/>
                    </a:lnTo>
                  </a:path>
                </a:pathLst>
              </a:custGeom>
              <a:noFill/>
              <a:ln w="25400" cap="rnd">
                <a:solidFill>
                  <a:schemeClr val="accent4"/>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28" name="Line 22">
                <a:extLst>
                  <a:ext uri="{FF2B5EF4-FFF2-40B4-BE49-F238E27FC236}">
                    <a16:creationId xmlns:a16="http://schemas.microsoft.com/office/drawing/2014/main" id="{B6A32CD3-32E9-4A6F-91A1-EF27BA9AAF8F}"/>
                  </a:ext>
                </a:extLst>
              </p:cNvPr>
              <p:cNvSpPr>
                <a:spLocks noChangeShapeType="1"/>
              </p:cNvSpPr>
              <p:nvPr/>
            </p:nvSpPr>
            <p:spPr bwMode="auto">
              <a:xfrm>
                <a:off x="4391025" y="4089400"/>
                <a:ext cx="0" cy="608012"/>
              </a:xfrm>
              <a:prstGeom prst="line">
                <a:avLst/>
              </a:prstGeom>
              <a:noFill/>
              <a:ln w="25400" cap="rnd">
                <a:solidFill>
                  <a:schemeClr val="accent4"/>
                </a:solidFill>
                <a:prstDash val="solid"/>
                <a:round/>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grpSp>
        <p:grpSp>
          <p:nvGrpSpPr>
            <p:cNvPr id="21" name="Group 20">
              <a:extLst>
                <a:ext uri="{FF2B5EF4-FFF2-40B4-BE49-F238E27FC236}">
                  <a16:creationId xmlns:a16="http://schemas.microsoft.com/office/drawing/2014/main" id="{928089A6-DC83-46E7-8197-D934F5DD1672}"/>
                </a:ext>
              </a:extLst>
            </p:cNvPr>
            <p:cNvGrpSpPr/>
            <p:nvPr/>
          </p:nvGrpSpPr>
          <p:grpSpPr>
            <a:xfrm>
              <a:off x="5905705" y="2351624"/>
              <a:ext cx="358084" cy="358084"/>
              <a:chOff x="4154488" y="3932238"/>
              <a:chExt cx="879475" cy="879475"/>
            </a:xfrm>
          </p:grpSpPr>
          <p:sp>
            <p:nvSpPr>
              <p:cNvPr id="22" name="Rectangle 26">
                <a:extLst>
                  <a:ext uri="{FF2B5EF4-FFF2-40B4-BE49-F238E27FC236}">
                    <a16:creationId xmlns:a16="http://schemas.microsoft.com/office/drawing/2014/main" id="{1571C292-40AE-42EA-82C8-3B36D605B106}"/>
                  </a:ext>
                </a:extLst>
              </p:cNvPr>
              <p:cNvSpPr>
                <a:spLocks noChangeArrowheads="1"/>
              </p:cNvSpPr>
              <p:nvPr/>
            </p:nvSpPr>
            <p:spPr bwMode="auto">
              <a:xfrm>
                <a:off x="4154488" y="3932238"/>
                <a:ext cx="879475" cy="879475"/>
              </a:xfrm>
              <a:prstGeom prst="rect">
                <a:avLst/>
              </a:prstGeom>
              <a:noFill/>
              <a:ln w="25400" cap="flat">
                <a:solidFill>
                  <a:schemeClr val="accent1">
                    <a:lumMod val="60000"/>
                    <a:lumOff val="4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23" name="Line 27">
                <a:extLst>
                  <a:ext uri="{FF2B5EF4-FFF2-40B4-BE49-F238E27FC236}">
                    <a16:creationId xmlns:a16="http://schemas.microsoft.com/office/drawing/2014/main" id="{44570314-4270-4D2C-B018-3B55280A6DF0}"/>
                  </a:ext>
                </a:extLst>
              </p:cNvPr>
              <p:cNvSpPr>
                <a:spLocks noChangeShapeType="1"/>
              </p:cNvSpPr>
              <p:nvPr/>
            </p:nvSpPr>
            <p:spPr bwMode="auto">
              <a:xfrm flipH="1">
                <a:off x="4154488" y="4598988"/>
                <a:ext cx="879475" cy="0"/>
              </a:xfrm>
              <a:prstGeom prst="line">
                <a:avLst/>
              </a:prstGeom>
              <a:noFill/>
              <a:ln w="25400" cap="flat">
                <a:solidFill>
                  <a:srgbClr val="FFC000"/>
                </a:solidFill>
                <a:prstDash val="solid"/>
                <a:miter lim="800000"/>
                <a:headEnd/>
                <a:tailEnd/>
              </a:ln>
              <a:extLst>
                <a:ext uri="{909E8E84-426E-40DD-AFC4-6F175D3DCCD1}">
                  <a14:hiddenFill xmlns:a14="http://schemas.microsoft.com/office/drawing/2010/main">
                    <a:noFill/>
                  </a14:hiddenFill>
                </a:ext>
              </a:extLst>
            </p:spPr>
            <p:txBody>
              <a:bodyPr vert="horz" wrap="square" lIns="121920" tIns="60960" rIns="121920" bIns="60960" numCol="1" anchor="t" anchorCtr="0" compatLnSpc="1">
                <a:prstTxWarp prst="textNoShape">
                  <a:avLst/>
                </a:prstTxWarp>
              </a:bodyPr>
              <a:lstStyle/>
              <a:p>
                <a:endParaRPr lang="id-ID" sz="2400" dirty="0">
                  <a:solidFill>
                    <a:prstClr val="black"/>
                  </a:solidFill>
                </a:endParaRPr>
              </a:p>
            </p:txBody>
          </p:sp>
          <p:sp>
            <p:nvSpPr>
              <p:cNvPr id="24" name="Freeform 28">
                <a:extLst>
                  <a:ext uri="{FF2B5EF4-FFF2-40B4-BE49-F238E27FC236}">
                    <a16:creationId xmlns:a16="http://schemas.microsoft.com/office/drawing/2014/main" id="{278DC3B4-8D5C-4850-8375-69167098D1B4}"/>
                  </a:ext>
                </a:extLst>
              </p:cNvPr>
              <p:cNvSpPr>
                <a:spLocks/>
              </p:cNvSpPr>
              <p:nvPr/>
            </p:nvSpPr>
            <p:spPr bwMode="auto">
              <a:xfrm>
                <a:off x="4324351" y="4044951"/>
                <a:ext cx="269875" cy="193675"/>
              </a:xfrm>
              <a:custGeom>
                <a:avLst/>
                <a:gdLst>
                  <a:gd name="T0" fmla="*/ 46 w 71"/>
                  <a:gd name="T1" fmla="*/ 0 h 51"/>
                  <a:gd name="T2" fmla="*/ 21 w 71"/>
                  <a:gd name="T3" fmla="*/ 21 h 51"/>
                  <a:gd name="T4" fmla="*/ 16 w 71"/>
                  <a:gd name="T5" fmla="*/ 20 h 51"/>
                  <a:gd name="T6" fmla="*/ 0 w 71"/>
                  <a:gd name="T7" fmla="*/ 36 h 51"/>
                  <a:gd name="T8" fmla="*/ 16 w 71"/>
                  <a:gd name="T9" fmla="*/ 50 h 51"/>
                  <a:gd name="T10" fmla="*/ 46 w 71"/>
                  <a:gd name="T11" fmla="*/ 50 h 51"/>
                  <a:gd name="T12" fmla="*/ 71 w 71"/>
                  <a:gd name="T13" fmla="*/ 25 h 51"/>
                  <a:gd name="T14" fmla="*/ 46 w 71"/>
                  <a:gd name="T15" fmla="*/ 0 h 5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1" h="51">
                    <a:moveTo>
                      <a:pt x="46" y="0"/>
                    </a:moveTo>
                    <a:cubicBezTo>
                      <a:pt x="33" y="0"/>
                      <a:pt x="23" y="9"/>
                      <a:pt x="21" y="21"/>
                    </a:cubicBezTo>
                    <a:cubicBezTo>
                      <a:pt x="19" y="21"/>
                      <a:pt x="17" y="20"/>
                      <a:pt x="16" y="20"/>
                    </a:cubicBezTo>
                    <a:cubicBezTo>
                      <a:pt x="7" y="20"/>
                      <a:pt x="0" y="27"/>
                      <a:pt x="0" y="36"/>
                    </a:cubicBezTo>
                    <a:cubicBezTo>
                      <a:pt x="0" y="44"/>
                      <a:pt x="7" y="51"/>
                      <a:pt x="16" y="50"/>
                    </a:cubicBezTo>
                    <a:cubicBezTo>
                      <a:pt x="46" y="50"/>
                      <a:pt x="46" y="50"/>
                      <a:pt x="46" y="50"/>
                    </a:cubicBezTo>
                    <a:cubicBezTo>
                      <a:pt x="60" y="51"/>
                      <a:pt x="71" y="39"/>
                      <a:pt x="71" y="25"/>
                    </a:cubicBezTo>
                    <a:cubicBezTo>
                      <a:pt x="71" y="12"/>
                      <a:pt x="60" y="0"/>
                      <a:pt x="46" y="0"/>
                    </a:cubicBezTo>
                    <a:close/>
                  </a:path>
                </a:pathLst>
              </a:custGeom>
              <a:noFill/>
              <a:ln w="25400" cap="flat">
                <a:solidFill>
                  <a:schemeClr val="accent1">
                    <a:lumMod val="60000"/>
                    <a:lumOff val="4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sp>
            <p:nvSpPr>
              <p:cNvPr id="25" name="Freeform 29">
                <a:extLst>
                  <a:ext uri="{FF2B5EF4-FFF2-40B4-BE49-F238E27FC236}">
                    <a16:creationId xmlns:a16="http://schemas.microsoft.com/office/drawing/2014/main" id="{529E025D-0E55-47F5-8288-7611099CE50B}"/>
                  </a:ext>
                </a:extLst>
              </p:cNvPr>
              <p:cNvSpPr>
                <a:spLocks/>
              </p:cNvSpPr>
              <p:nvPr/>
            </p:nvSpPr>
            <p:spPr bwMode="auto">
              <a:xfrm>
                <a:off x="4260851" y="4276725"/>
                <a:ext cx="728663" cy="322264"/>
              </a:xfrm>
              <a:custGeom>
                <a:avLst/>
                <a:gdLst>
                  <a:gd name="T0" fmla="*/ 0 w 192"/>
                  <a:gd name="T1" fmla="*/ 85 h 85"/>
                  <a:gd name="T2" fmla="*/ 48 w 192"/>
                  <a:gd name="T3" fmla="*/ 30 h 85"/>
                  <a:gd name="T4" fmla="*/ 93 w 192"/>
                  <a:gd name="T5" fmla="*/ 60 h 85"/>
                  <a:gd name="T6" fmla="*/ 123 w 192"/>
                  <a:gd name="T7" fmla="*/ 8 h 85"/>
                  <a:gd name="T8" fmla="*/ 138 w 192"/>
                  <a:gd name="T9" fmla="*/ 0 h 85"/>
                  <a:gd name="T10" fmla="*/ 153 w 192"/>
                  <a:gd name="T11" fmla="*/ 9 h 85"/>
                  <a:gd name="T12" fmla="*/ 192 w 192"/>
                  <a:gd name="T13" fmla="*/ 85 h 85"/>
                </a:gdLst>
                <a:ahLst/>
                <a:cxnLst>
                  <a:cxn ang="0">
                    <a:pos x="T0" y="T1"/>
                  </a:cxn>
                  <a:cxn ang="0">
                    <a:pos x="T2" y="T3"/>
                  </a:cxn>
                  <a:cxn ang="0">
                    <a:pos x="T4" y="T5"/>
                  </a:cxn>
                  <a:cxn ang="0">
                    <a:pos x="T6" y="T7"/>
                  </a:cxn>
                  <a:cxn ang="0">
                    <a:pos x="T8" y="T9"/>
                  </a:cxn>
                  <a:cxn ang="0">
                    <a:pos x="T10" y="T11"/>
                  </a:cxn>
                  <a:cxn ang="0">
                    <a:pos x="T12" y="T13"/>
                  </a:cxn>
                </a:cxnLst>
                <a:rect l="0" t="0" r="r" b="b"/>
                <a:pathLst>
                  <a:path w="192" h="85">
                    <a:moveTo>
                      <a:pt x="0" y="85"/>
                    </a:moveTo>
                    <a:cubicBezTo>
                      <a:pt x="0" y="85"/>
                      <a:pt x="22" y="30"/>
                      <a:pt x="48" y="30"/>
                    </a:cubicBezTo>
                    <a:cubicBezTo>
                      <a:pt x="73" y="30"/>
                      <a:pt x="93" y="60"/>
                      <a:pt x="93" y="60"/>
                    </a:cubicBezTo>
                    <a:cubicBezTo>
                      <a:pt x="123" y="8"/>
                      <a:pt x="123" y="8"/>
                      <a:pt x="123" y="8"/>
                    </a:cubicBezTo>
                    <a:cubicBezTo>
                      <a:pt x="126" y="3"/>
                      <a:pt x="132" y="0"/>
                      <a:pt x="138" y="0"/>
                    </a:cubicBezTo>
                    <a:cubicBezTo>
                      <a:pt x="144" y="0"/>
                      <a:pt x="150" y="3"/>
                      <a:pt x="153" y="9"/>
                    </a:cubicBezTo>
                    <a:cubicBezTo>
                      <a:pt x="192" y="85"/>
                      <a:pt x="192" y="85"/>
                      <a:pt x="192" y="85"/>
                    </a:cubicBezTo>
                  </a:path>
                </a:pathLst>
              </a:custGeom>
              <a:noFill/>
              <a:ln w="25400" cap="flat">
                <a:solidFill>
                  <a:schemeClr val="accent1">
                    <a:lumMod val="60000"/>
                    <a:lumOff val="40000"/>
                  </a:schemeClr>
                </a:solidFill>
                <a:prstDash val="solid"/>
                <a:round/>
                <a:headEnd/>
                <a:tailEnd/>
              </a:ln>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id-ID" sz="2400">
                  <a:solidFill>
                    <a:prstClr val="black"/>
                  </a:solidFill>
                </a:endParaRPr>
              </a:p>
            </p:txBody>
          </p:sp>
        </p:grpSp>
      </p:grpSp>
      <p:sp>
        <p:nvSpPr>
          <p:cNvPr id="39" name="0sdfsd 1">
            <a:extLst>
              <a:ext uri="{FF2B5EF4-FFF2-40B4-BE49-F238E27FC236}">
                <a16:creationId xmlns:a16="http://schemas.microsoft.com/office/drawing/2014/main" id="{83356B32-0E5A-4B43-810B-B769240205AB}"/>
              </a:ext>
            </a:extLst>
          </p:cNvPr>
          <p:cNvSpPr txBox="1">
            <a:spLocks/>
          </p:cNvSpPr>
          <p:nvPr/>
        </p:nvSpPr>
        <p:spPr>
          <a:xfrm>
            <a:off x="498720" y="2342967"/>
            <a:ext cx="2742140" cy="690196"/>
          </a:xfrm>
          <a:prstGeom prst="rect">
            <a:avLst/>
          </a:prstGeom>
        </p:spPr>
        <p:txBody>
          <a:bodyPr vert="horz" lIns="91440" tIns="45720" rIns="91440" bIns="45720" rtlCol="0" anchor="t">
            <a:noAutofit/>
          </a:bodyPr>
          <a:lstStyle>
            <a:lvl1pPr marL="0" indent="0" algn="r" defTabSz="457200" rtl="0" eaLnBrk="1" latinLnBrk="0" hangingPunct="1">
              <a:spcBef>
                <a:spcPct val="20000"/>
              </a:spcBef>
              <a:spcAft>
                <a:spcPts val="600"/>
              </a:spcAft>
              <a:buClr>
                <a:schemeClr val="accent1">
                  <a:lumMod val="75000"/>
                </a:schemeClr>
              </a:buClr>
              <a:buSzPct val="145000"/>
              <a:buFont typeface="Arial"/>
              <a:buNone/>
              <a:defRPr sz="2100" kern="1200" cap="none">
                <a:solidFill>
                  <a:schemeClr val="tx1"/>
                </a:solidFill>
                <a:effectLst/>
                <a:latin typeface="+mn-lt"/>
                <a:ea typeface="+mn-ea"/>
                <a:cs typeface="+mn-cs"/>
              </a:defRPr>
            </a:lvl1pPr>
            <a:lvl2pPr marL="457200" indent="0" algn="ctr" defTabSz="457200" rtl="0" eaLnBrk="1" latinLnBrk="0" hangingPunct="1">
              <a:spcBef>
                <a:spcPct val="20000"/>
              </a:spcBef>
              <a:spcAft>
                <a:spcPts val="600"/>
              </a:spcAft>
              <a:buClr>
                <a:schemeClr val="accent1">
                  <a:lumMod val="75000"/>
                </a:schemeClr>
              </a:buClr>
              <a:buSzPct val="145000"/>
              <a:buFont typeface="Arial"/>
              <a:buNone/>
              <a:defRPr sz="2000" kern="1200" cap="none">
                <a:solidFill>
                  <a:schemeClr val="tx1">
                    <a:tint val="75000"/>
                  </a:schemeClr>
                </a:solidFill>
                <a:effectLst/>
                <a:latin typeface="+mn-lt"/>
                <a:ea typeface="+mn-ea"/>
                <a:cs typeface="+mn-cs"/>
              </a:defRPr>
            </a:lvl2pPr>
            <a:lvl3pPr marL="914400" indent="0" algn="ctr" defTabSz="457200" rtl="0" eaLnBrk="1" latinLnBrk="0" hangingPunct="1">
              <a:spcBef>
                <a:spcPct val="20000"/>
              </a:spcBef>
              <a:spcAft>
                <a:spcPts val="600"/>
              </a:spcAft>
              <a:buClr>
                <a:schemeClr val="accent1">
                  <a:lumMod val="75000"/>
                </a:schemeClr>
              </a:buClr>
              <a:buSzPct val="145000"/>
              <a:buFont typeface="Arial"/>
              <a:buNone/>
              <a:defRPr sz="1800" kern="1200" cap="none">
                <a:solidFill>
                  <a:schemeClr val="tx1">
                    <a:tint val="75000"/>
                  </a:schemeClr>
                </a:solidFill>
                <a:effectLst/>
                <a:latin typeface="+mn-lt"/>
                <a:ea typeface="+mn-ea"/>
                <a:cs typeface="+mn-cs"/>
              </a:defRPr>
            </a:lvl3pPr>
            <a:lvl4pPr marL="1371600" indent="0" algn="ctr" defTabSz="457200" rtl="0" eaLnBrk="1" latinLnBrk="0" hangingPunct="1">
              <a:spcBef>
                <a:spcPct val="20000"/>
              </a:spcBef>
              <a:spcAft>
                <a:spcPts val="600"/>
              </a:spcAft>
              <a:buClr>
                <a:schemeClr val="accent1">
                  <a:lumMod val="75000"/>
                </a:schemeClr>
              </a:buClr>
              <a:buSzPct val="145000"/>
              <a:buFont typeface="Arial"/>
              <a:buNone/>
              <a:defRPr sz="1600" kern="1200" cap="none">
                <a:solidFill>
                  <a:schemeClr val="tx1">
                    <a:tint val="75000"/>
                  </a:schemeClr>
                </a:solidFill>
                <a:effectLst/>
                <a:latin typeface="+mn-lt"/>
                <a:ea typeface="+mn-ea"/>
                <a:cs typeface="+mn-cs"/>
              </a:defRPr>
            </a:lvl4pPr>
            <a:lvl5pPr marL="18288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5pPr>
            <a:lvl6pPr marL="22860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6pPr>
            <a:lvl7pPr marL="27432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7pPr>
            <a:lvl8pPr marL="32004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8pPr>
            <a:lvl9pPr marL="3657600" indent="0" algn="ctr" defTabSz="457200" rtl="0" eaLnBrk="1" latinLnBrk="0" hangingPunct="1">
              <a:spcBef>
                <a:spcPct val="20000"/>
              </a:spcBef>
              <a:spcAft>
                <a:spcPts val="600"/>
              </a:spcAft>
              <a:buClr>
                <a:schemeClr val="accent1">
                  <a:lumMod val="75000"/>
                </a:schemeClr>
              </a:buClr>
              <a:buSzPct val="145000"/>
              <a:buFont typeface="Arial"/>
              <a:buNone/>
              <a:defRPr sz="1400" kern="1200" cap="none">
                <a:solidFill>
                  <a:schemeClr val="tx1">
                    <a:tint val="75000"/>
                  </a:schemeClr>
                </a:solidFill>
                <a:effectLst/>
                <a:latin typeface="+mn-lt"/>
                <a:ea typeface="+mn-ea"/>
                <a:cs typeface="+mn-cs"/>
              </a:defRPr>
            </a:lvl9pPr>
          </a:lstStyle>
          <a:p>
            <a:pPr algn="ctr">
              <a:buClr>
                <a:srgbClr val="5B9BD5">
                  <a:lumMod val="75000"/>
                </a:srgbClr>
              </a:buClr>
            </a:pPr>
            <a:r>
              <a:rPr lang="en-US" sz="1800" b="1" smtClean="0">
                <a:latin typeface="Times New Roman" panose="02020603050405020304" pitchFamily="18" charset="0"/>
                <a:cs typeface="Times New Roman" panose="02020603050405020304" pitchFamily="18" charset="0"/>
              </a:rPr>
              <a:t>Tên giao dịch: </a:t>
            </a:r>
            <a:r>
              <a:rPr lang="en-US" sz="1800" smtClean="0">
                <a:latin typeface="Times New Roman" panose="02020603050405020304" pitchFamily="18" charset="0"/>
                <a:cs typeface="Times New Roman" panose="02020603050405020304" pitchFamily="18" charset="0"/>
              </a:rPr>
              <a:t>Quicornac Company  Limited</a:t>
            </a:r>
          </a:p>
          <a:p>
            <a:pPr>
              <a:buClr>
                <a:srgbClr val="5B9BD5">
                  <a:lumMod val="75000"/>
                </a:srgbClr>
              </a:buClr>
            </a:pPr>
            <a:endParaRPr lang="en-US" sz="1400" b="1" dirty="0">
              <a:solidFill>
                <a:schemeClr val="tx1">
                  <a:lumMod val="75000"/>
                  <a:lumOff val="25000"/>
                </a:schemeClr>
              </a:solidFill>
              <a:ea typeface="Roboto" panose="02000000000000000000" pitchFamily="2" charset="0"/>
              <a:cs typeface="Arial" panose="020B0604020202020204" pitchFamily="34" charset="0"/>
            </a:endParaRPr>
          </a:p>
        </p:txBody>
      </p:sp>
      <p:grpSp>
        <p:nvGrpSpPr>
          <p:cNvPr id="43" name="Group 42">
            <a:extLst>
              <a:ext uri="{FF2B5EF4-FFF2-40B4-BE49-F238E27FC236}">
                <a16:creationId xmlns:a16="http://schemas.microsoft.com/office/drawing/2014/main" id="{15F62824-A11B-41B1-A8CD-5CD4013290EA}"/>
              </a:ext>
            </a:extLst>
          </p:cNvPr>
          <p:cNvGrpSpPr/>
          <p:nvPr/>
        </p:nvGrpSpPr>
        <p:grpSpPr>
          <a:xfrm>
            <a:off x="2857569" y="4379668"/>
            <a:ext cx="1191645" cy="387236"/>
            <a:chOff x="3672114" y="2788915"/>
            <a:chExt cx="1125492" cy="667451"/>
          </a:xfrm>
        </p:grpSpPr>
        <p:cxnSp>
          <p:nvCxnSpPr>
            <p:cNvPr id="44" name="Straight Connector 43">
              <a:extLst>
                <a:ext uri="{FF2B5EF4-FFF2-40B4-BE49-F238E27FC236}">
                  <a16:creationId xmlns:a16="http://schemas.microsoft.com/office/drawing/2014/main" id="{62CB5EF0-3400-4D64-894C-88CC09D0FCCE}"/>
                </a:ext>
              </a:extLst>
            </p:cNvPr>
            <p:cNvCxnSpPr/>
            <p:nvPr/>
          </p:nvCxnSpPr>
          <p:spPr>
            <a:xfrm flipH="1">
              <a:off x="4412341" y="2788915"/>
              <a:ext cx="385265" cy="665029"/>
            </a:xfrm>
            <a:prstGeom prst="line">
              <a:avLst/>
            </a:prstGeom>
            <a:noFill/>
            <a:ln w="12700" cap="flat" cmpd="sng" algn="ctr">
              <a:solidFill>
                <a:schemeClr val="bg2">
                  <a:lumMod val="75000"/>
                </a:schemeClr>
              </a:solidFill>
              <a:prstDash val="solid"/>
              <a:miter lim="800000"/>
            </a:ln>
            <a:effectLst/>
          </p:spPr>
        </p:cxnSp>
        <p:cxnSp>
          <p:nvCxnSpPr>
            <p:cNvPr id="45" name="Straight Connector 44">
              <a:extLst>
                <a:ext uri="{FF2B5EF4-FFF2-40B4-BE49-F238E27FC236}">
                  <a16:creationId xmlns:a16="http://schemas.microsoft.com/office/drawing/2014/main" id="{A9692119-329B-4CA9-BFDF-9C2EC97E64E8}"/>
                </a:ext>
              </a:extLst>
            </p:cNvPr>
            <p:cNvCxnSpPr/>
            <p:nvPr/>
          </p:nvCxnSpPr>
          <p:spPr>
            <a:xfrm flipH="1">
              <a:off x="3672114" y="3456366"/>
              <a:ext cx="740227" cy="0"/>
            </a:xfrm>
            <a:prstGeom prst="line">
              <a:avLst/>
            </a:prstGeom>
            <a:noFill/>
            <a:ln w="12700" cap="flat" cmpd="sng" algn="ctr">
              <a:solidFill>
                <a:schemeClr val="bg2">
                  <a:lumMod val="75000"/>
                </a:schemeClr>
              </a:solidFill>
              <a:prstDash val="solid"/>
              <a:miter lim="800000"/>
              <a:tailEnd type="oval" w="med" len="med"/>
            </a:ln>
            <a:effectLst/>
          </p:spPr>
        </p:cxnSp>
      </p:grpSp>
      <p:grpSp>
        <p:nvGrpSpPr>
          <p:cNvPr id="46" name="Group 45">
            <a:extLst>
              <a:ext uri="{FF2B5EF4-FFF2-40B4-BE49-F238E27FC236}">
                <a16:creationId xmlns:a16="http://schemas.microsoft.com/office/drawing/2014/main" id="{C3F0C9F1-7DB5-44AC-BDFF-EDD0D34A3DAC}"/>
              </a:ext>
            </a:extLst>
          </p:cNvPr>
          <p:cNvGrpSpPr/>
          <p:nvPr/>
        </p:nvGrpSpPr>
        <p:grpSpPr>
          <a:xfrm flipH="1" flipV="1">
            <a:off x="7565659" y="3033162"/>
            <a:ext cx="1195744" cy="469167"/>
            <a:chOff x="3672114" y="2872012"/>
            <a:chExt cx="960463" cy="359801"/>
          </a:xfrm>
        </p:grpSpPr>
        <p:cxnSp>
          <p:nvCxnSpPr>
            <p:cNvPr id="47" name="Straight Connector 46">
              <a:extLst>
                <a:ext uri="{FF2B5EF4-FFF2-40B4-BE49-F238E27FC236}">
                  <a16:creationId xmlns:a16="http://schemas.microsoft.com/office/drawing/2014/main" id="{6BE76AD8-AD94-4100-8435-198DC3E0150E}"/>
                </a:ext>
              </a:extLst>
            </p:cNvPr>
            <p:cNvCxnSpPr/>
            <p:nvPr/>
          </p:nvCxnSpPr>
          <p:spPr>
            <a:xfrm flipH="1">
              <a:off x="4424138" y="2872012"/>
              <a:ext cx="208439" cy="359801"/>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1432C57A-5AD2-4BF9-B05A-BF8D1CF6A614}"/>
                </a:ext>
              </a:extLst>
            </p:cNvPr>
            <p:cNvCxnSpPr/>
            <p:nvPr/>
          </p:nvCxnSpPr>
          <p:spPr>
            <a:xfrm flipH="1">
              <a:off x="3672114" y="3231813"/>
              <a:ext cx="740227" cy="0"/>
            </a:xfrm>
            <a:prstGeom prst="line">
              <a:avLst/>
            </a:prstGeom>
            <a:ln w="12700">
              <a:solidFill>
                <a:schemeClr val="accent6"/>
              </a:solidFill>
              <a:tailEnd type="oval" w="med" len="med"/>
            </a:ln>
          </p:spPr>
          <p:style>
            <a:lnRef idx="1">
              <a:schemeClr val="accent1"/>
            </a:lnRef>
            <a:fillRef idx="0">
              <a:schemeClr val="accent1"/>
            </a:fillRef>
            <a:effectRef idx="0">
              <a:schemeClr val="accent1"/>
            </a:effectRef>
            <a:fontRef idx="minor">
              <a:schemeClr val="tx1"/>
            </a:fontRef>
          </p:style>
        </p:cxnSp>
      </p:grpSp>
      <p:cxnSp>
        <p:nvCxnSpPr>
          <p:cNvPr id="49" name="Elbow Connector 50">
            <a:extLst>
              <a:ext uri="{FF2B5EF4-FFF2-40B4-BE49-F238E27FC236}">
                <a16:creationId xmlns:a16="http://schemas.microsoft.com/office/drawing/2014/main" id="{42B68810-BCCC-4A70-84D8-9F8DF3A7A8FA}"/>
              </a:ext>
            </a:extLst>
          </p:cNvPr>
          <p:cNvCxnSpPr/>
          <p:nvPr/>
        </p:nvCxnSpPr>
        <p:spPr>
          <a:xfrm flipV="1">
            <a:off x="6483796" y="4759402"/>
            <a:ext cx="2017579" cy="623945"/>
          </a:xfrm>
          <a:prstGeom prst="bentConnector3">
            <a:avLst/>
          </a:prstGeom>
          <a:ln w="12700">
            <a:solidFill>
              <a:schemeClr val="accent4"/>
            </a:solidFill>
            <a:prstDash val="solid"/>
            <a:tailEnd type="oval"/>
          </a:ln>
        </p:spPr>
        <p:style>
          <a:lnRef idx="1">
            <a:schemeClr val="accent1"/>
          </a:lnRef>
          <a:fillRef idx="0">
            <a:schemeClr val="accent1"/>
          </a:fillRef>
          <a:effectRef idx="0">
            <a:schemeClr val="accent1"/>
          </a:effectRef>
          <a:fontRef idx="minor">
            <a:schemeClr val="tx1"/>
          </a:fontRef>
        </p:style>
      </p:cxnSp>
      <p:cxnSp>
        <p:nvCxnSpPr>
          <p:cNvPr id="52" name="Elbow Connector 51">
            <a:extLst>
              <a:ext uri="{FF2B5EF4-FFF2-40B4-BE49-F238E27FC236}">
                <a16:creationId xmlns:a16="http://schemas.microsoft.com/office/drawing/2014/main" id="{77088E83-0F98-4B7F-87C3-F4140A202626}"/>
              </a:ext>
            </a:extLst>
          </p:cNvPr>
          <p:cNvCxnSpPr/>
          <p:nvPr/>
        </p:nvCxnSpPr>
        <p:spPr>
          <a:xfrm rot="10800000" flipV="1">
            <a:off x="3255815" y="2462856"/>
            <a:ext cx="1823305" cy="351660"/>
          </a:xfrm>
          <a:prstGeom prst="bentConnector3">
            <a:avLst/>
          </a:prstGeom>
          <a:ln w="12700">
            <a:solidFill>
              <a:schemeClr val="accent1"/>
            </a:solidFill>
            <a:prstDash val="solid"/>
            <a:tailEnd type="oval"/>
          </a:ln>
        </p:spPr>
        <p:style>
          <a:lnRef idx="1">
            <a:schemeClr val="accent1"/>
          </a:lnRef>
          <a:fillRef idx="0">
            <a:schemeClr val="accent1"/>
          </a:fillRef>
          <a:effectRef idx="0">
            <a:schemeClr val="accent1"/>
          </a:effectRef>
          <a:fontRef idx="minor">
            <a:schemeClr val="tx1"/>
          </a:fontRef>
        </p:style>
      </p:cxnSp>
      <p:sp>
        <p:nvSpPr>
          <p:cNvPr id="5" name="TextBox 4"/>
          <p:cNvSpPr txBox="1"/>
          <p:nvPr/>
        </p:nvSpPr>
        <p:spPr>
          <a:xfrm>
            <a:off x="8776089" y="2462856"/>
            <a:ext cx="3178844" cy="1200329"/>
          </a:xfrm>
          <a:prstGeom prst="rect">
            <a:avLst/>
          </a:prstGeom>
          <a:noFill/>
        </p:spPr>
        <p:txBody>
          <a:bodyPr wrap="square" rtlCol="0">
            <a:spAutoFit/>
          </a:bodyPr>
          <a:lstStyle/>
          <a:p>
            <a:pPr lvl="0" algn="ctr"/>
            <a:r>
              <a:rPr lang="en-US" b="1">
                <a:latin typeface="Times New Roman" panose="02020603050405020304" pitchFamily="18" charset="0"/>
                <a:cs typeface="Times New Roman" panose="02020603050405020304" pitchFamily="18" charset="0"/>
              </a:rPr>
              <a:t>Địa chỉ</a:t>
            </a:r>
            <a:r>
              <a:rPr lang="en-US" b="1" smtClean="0">
                <a:latin typeface="Times New Roman" panose="02020603050405020304" pitchFamily="18" charset="0"/>
                <a:cs typeface="Times New Roman" panose="02020603050405020304" pitchFamily="18" charset="0"/>
              </a:rPr>
              <a:t>:</a:t>
            </a:r>
          </a:p>
          <a:p>
            <a:pPr lvl="0" algn="ctr"/>
            <a:r>
              <a:rPr lang="en-US" smtClean="0">
                <a:latin typeface="Times New Roman" panose="02020603050405020304" pitchFamily="18" charset="0"/>
                <a:cs typeface="Times New Roman" panose="02020603050405020304" pitchFamily="18" charset="0"/>
              </a:rPr>
              <a:t>Lô </a:t>
            </a:r>
            <a:r>
              <a:rPr lang="en-US">
                <a:latin typeface="Times New Roman" panose="02020603050405020304" pitchFamily="18" charset="0"/>
                <a:cs typeface="Times New Roman" panose="02020603050405020304" pitchFamily="18" charset="0"/>
              </a:rPr>
              <a:t>D1-7, Khu công nghiệp Trà Đa mở rộng, Xã Trà Đa, Thành phố Pleiku, Tỉnh Gia Lai</a:t>
            </a:r>
          </a:p>
        </p:txBody>
      </p:sp>
      <p:sp>
        <p:nvSpPr>
          <p:cNvPr id="53" name="TextBox 52"/>
          <p:cNvSpPr txBox="1"/>
          <p:nvPr/>
        </p:nvSpPr>
        <p:spPr>
          <a:xfrm>
            <a:off x="8703732" y="4572583"/>
            <a:ext cx="2619023" cy="923330"/>
          </a:xfrm>
          <a:prstGeom prst="rect">
            <a:avLst/>
          </a:prstGeom>
          <a:noFill/>
        </p:spPr>
        <p:txBody>
          <a:bodyPr wrap="square" rtlCol="0">
            <a:spAutoFit/>
          </a:bodyPr>
          <a:lstStyle/>
          <a:p>
            <a:pPr algn="ctr"/>
            <a:r>
              <a:rPr lang="en-US" b="1" smtClean="0">
                <a:latin typeface="Times New Roman" panose="02020603050405020304" pitchFamily="18" charset="0"/>
                <a:cs typeface="Times New Roman" panose="02020603050405020304" pitchFamily="18" charset="0"/>
              </a:rPr>
              <a:t>Lĩnh </a:t>
            </a:r>
            <a:r>
              <a:rPr lang="en-US" b="1">
                <a:latin typeface="Times New Roman" panose="02020603050405020304" pitchFamily="18" charset="0"/>
                <a:cs typeface="Times New Roman" panose="02020603050405020304" pitchFamily="18" charset="0"/>
              </a:rPr>
              <a:t>vực kinh doanh</a:t>
            </a:r>
            <a:r>
              <a:rPr lang="en-US" b="1" smtClean="0">
                <a:latin typeface="Times New Roman" panose="02020603050405020304" pitchFamily="18" charset="0"/>
                <a:cs typeface="Times New Roman" panose="02020603050405020304" pitchFamily="18" charset="0"/>
              </a:rPr>
              <a:t>:</a:t>
            </a:r>
          </a:p>
          <a:p>
            <a:pPr algn="ctr"/>
            <a:r>
              <a:rPr lang="en-US" b="1" smtClean="0">
                <a:latin typeface="Times New Roman" panose="02020603050405020304" pitchFamily="18" charset="0"/>
                <a:cs typeface="Times New Roman" panose="02020603050405020304" pitchFamily="18" charset="0"/>
              </a:rPr>
              <a:t> </a:t>
            </a:r>
            <a:r>
              <a:rPr lang="en-US">
                <a:latin typeface="Times New Roman" panose="02020603050405020304" pitchFamily="18" charset="0"/>
                <a:cs typeface="Times New Roman" panose="02020603050405020304" pitchFamily="18" charset="0"/>
              </a:rPr>
              <a:t>Sản xuất và kinh doanh thực phẩm </a:t>
            </a:r>
          </a:p>
        </p:txBody>
      </p:sp>
      <p:sp>
        <p:nvSpPr>
          <p:cNvPr id="55" name="Rectangle 54"/>
          <p:cNvSpPr/>
          <p:nvPr/>
        </p:nvSpPr>
        <p:spPr>
          <a:xfrm>
            <a:off x="179291" y="3626346"/>
            <a:ext cx="2692028" cy="3231654"/>
          </a:xfrm>
          <a:prstGeom prst="rect">
            <a:avLst/>
          </a:prstGeom>
        </p:spPr>
        <p:txBody>
          <a:bodyPr wrap="square">
            <a:spAutoFit/>
          </a:bodyPr>
          <a:lstStyle/>
          <a:p>
            <a:pPr indent="457200">
              <a:lnSpc>
                <a:spcPct val="150000"/>
              </a:lnSpc>
              <a:spcBef>
                <a:spcPts val="600"/>
              </a:spcBef>
              <a:spcAft>
                <a:spcPts val="300"/>
              </a:spcAft>
            </a:pPr>
            <a:r>
              <a:rPr lang="en-US" b="1" smtClean="0">
                <a:latin typeface="Times New Roman" panose="02020603050405020304" pitchFamily="18" charset="0"/>
                <a:ea typeface="Times New Roman" panose="02020603050405020304" pitchFamily="18" charset="0"/>
              </a:rPr>
              <a:t>Sản phẩm:</a:t>
            </a:r>
          </a:p>
          <a:p>
            <a:pPr indent="457200">
              <a:lnSpc>
                <a:spcPct val="150000"/>
              </a:lnSpc>
              <a:spcBef>
                <a:spcPts val="600"/>
              </a:spcBef>
              <a:spcAft>
                <a:spcPts val="300"/>
              </a:spcAft>
            </a:pPr>
            <a:r>
              <a:rPr lang="en-US" smtClean="0">
                <a:latin typeface="Times New Roman" panose="02020603050405020304" pitchFamily="18" charset="0"/>
                <a:ea typeface="Times New Roman" panose="02020603050405020304" pitchFamily="18" charset="0"/>
              </a:rPr>
              <a:t>Hai dòng </a:t>
            </a:r>
            <a:r>
              <a:rPr lang="en-US">
                <a:latin typeface="Times New Roman" panose="02020603050405020304" pitchFamily="18" charset="0"/>
                <a:ea typeface="Times New Roman" panose="02020603050405020304" pitchFamily="18" charset="0"/>
              </a:rPr>
              <a:t>sản phẩm chính là nước trái cây đông lạnh và nước trái cây cô đặc đông lạnh từ nguyên liệu chanh dây và xoài.</a:t>
            </a:r>
          </a:p>
          <a:p>
            <a:pPr indent="457200">
              <a:lnSpc>
                <a:spcPct val="150000"/>
              </a:lnSpc>
              <a:spcBef>
                <a:spcPts val="600"/>
              </a:spcBef>
              <a:spcAft>
                <a:spcPts val="300"/>
              </a:spcAft>
            </a:pPr>
            <a:endParaRPr lang="en-US" b="1" smtClean="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347750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32"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strVal val="4*#ppt_w"/>
                                          </p:val>
                                        </p:tav>
                                        <p:tav tm="100000">
                                          <p:val>
                                            <p:strVal val="#ppt_w"/>
                                          </p:val>
                                        </p:tav>
                                      </p:tavLst>
                                    </p:anim>
                                    <p:anim calcmode="lin" valueType="num">
                                      <p:cBhvr>
                                        <p:cTn id="8" dur="500" fill="hold"/>
                                        <p:tgtEl>
                                          <p:spTgt spid="7"/>
                                        </p:tgtEl>
                                        <p:attrNameLst>
                                          <p:attrName>ppt_h</p:attrName>
                                        </p:attrNameLst>
                                      </p:cBhvr>
                                      <p:tavLst>
                                        <p:tav tm="0">
                                          <p:val>
                                            <p:strVal val="4*#ppt_h"/>
                                          </p:val>
                                        </p:tav>
                                        <p:tav tm="100000">
                                          <p:val>
                                            <p:strVal val="#ppt_h"/>
                                          </p:val>
                                        </p:tav>
                                      </p:tavLst>
                                    </p:anim>
                                  </p:childTnLst>
                                </p:cTn>
                              </p:par>
                              <p:par>
                                <p:cTn id="9" presetID="49" presetClass="entr" presetSubtype="0" decel="100000" fill="hold" nodeType="withEffect">
                                  <p:stCondLst>
                                    <p:cond delay="100"/>
                                  </p:stCondLst>
                                  <p:childTnLst>
                                    <p:set>
                                      <p:cBhvr>
                                        <p:cTn id="10" dur="1" fill="hold">
                                          <p:stCondLst>
                                            <p:cond delay="0"/>
                                          </p:stCondLst>
                                        </p:cTn>
                                        <p:tgtEl>
                                          <p:spTgt spid="8"/>
                                        </p:tgtEl>
                                        <p:attrNameLst>
                                          <p:attrName>style.visibility</p:attrName>
                                        </p:attrNameLst>
                                      </p:cBhvr>
                                      <p:to>
                                        <p:strVal val="visible"/>
                                      </p:to>
                                    </p:set>
                                    <p:anim calcmode="lin" valueType="num">
                                      <p:cBhvr>
                                        <p:cTn id="11" dur="1000" fill="hold"/>
                                        <p:tgtEl>
                                          <p:spTgt spid="8"/>
                                        </p:tgtEl>
                                        <p:attrNameLst>
                                          <p:attrName>ppt_w</p:attrName>
                                        </p:attrNameLst>
                                      </p:cBhvr>
                                      <p:tavLst>
                                        <p:tav tm="0">
                                          <p:val>
                                            <p:fltVal val="0"/>
                                          </p:val>
                                        </p:tav>
                                        <p:tav tm="100000">
                                          <p:val>
                                            <p:strVal val="#ppt_w"/>
                                          </p:val>
                                        </p:tav>
                                      </p:tavLst>
                                    </p:anim>
                                    <p:anim calcmode="lin" valueType="num">
                                      <p:cBhvr>
                                        <p:cTn id="12" dur="1000" fill="hold"/>
                                        <p:tgtEl>
                                          <p:spTgt spid="8"/>
                                        </p:tgtEl>
                                        <p:attrNameLst>
                                          <p:attrName>ppt_h</p:attrName>
                                        </p:attrNameLst>
                                      </p:cBhvr>
                                      <p:tavLst>
                                        <p:tav tm="0">
                                          <p:val>
                                            <p:fltVal val="0"/>
                                          </p:val>
                                        </p:tav>
                                        <p:tav tm="100000">
                                          <p:val>
                                            <p:strVal val="#ppt_h"/>
                                          </p:val>
                                        </p:tav>
                                      </p:tavLst>
                                    </p:anim>
                                    <p:anim calcmode="lin" valueType="num">
                                      <p:cBhvr>
                                        <p:cTn id="13" dur="1000" fill="hold"/>
                                        <p:tgtEl>
                                          <p:spTgt spid="8"/>
                                        </p:tgtEl>
                                        <p:attrNameLst>
                                          <p:attrName>style.rotation</p:attrName>
                                        </p:attrNameLst>
                                      </p:cBhvr>
                                      <p:tavLst>
                                        <p:tav tm="0">
                                          <p:val>
                                            <p:fltVal val="360"/>
                                          </p:val>
                                        </p:tav>
                                        <p:tav tm="100000">
                                          <p:val>
                                            <p:fltVal val="0"/>
                                          </p:val>
                                        </p:tav>
                                      </p:tavLst>
                                    </p:anim>
                                    <p:animEffect transition="in" filter="fade">
                                      <p:cBhvr>
                                        <p:cTn id="14" dur="1000"/>
                                        <p:tgtEl>
                                          <p:spTgt spid="8"/>
                                        </p:tgtEl>
                                      </p:cBhvr>
                                    </p:animEffect>
                                  </p:childTnLst>
                                </p:cTn>
                              </p:par>
                              <p:par>
                                <p:cTn id="15" presetID="2" presetClass="entr" presetSubtype="8" decel="100000" fill="hold" grpId="0" nodeType="withEffect">
                                  <p:stCondLst>
                                    <p:cond delay="400"/>
                                  </p:stCondLst>
                                  <p:childTnLst>
                                    <p:set>
                                      <p:cBhvr>
                                        <p:cTn id="16" dur="1" fill="hold">
                                          <p:stCondLst>
                                            <p:cond delay="0"/>
                                          </p:stCondLst>
                                        </p:cTn>
                                        <p:tgtEl>
                                          <p:spTgt spid="39"/>
                                        </p:tgtEl>
                                        <p:attrNameLst>
                                          <p:attrName>style.visibility</p:attrName>
                                        </p:attrNameLst>
                                      </p:cBhvr>
                                      <p:to>
                                        <p:strVal val="visible"/>
                                      </p:to>
                                    </p:set>
                                    <p:anim calcmode="lin" valueType="num">
                                      <p:cBhvr additive="base">
                                        <p:cTn id="17" dur="1000" fill="hold"/>
                                        <p:tgtEl>
                                          <p:spTgt spid="39"/>
                                        </p:tgtEl>
                                        <p:attrNameLst>
                                          <p:attrName>ppt_x</p:attrName>
                                        </p:attrNameLst>
                                      </p:cBhvr>
                                      <p:tavLst>
                                        <p:tav tm="0">
                                          <p:val>
                                            <p:strVal val="0-#ppt_w/2"/>
                                          </p:val>
                                        </p:tav>
                                        <p:tav tm="100000">
                                          <p:val>
                                            <p:strVal val="#ppt_x"/>
                                          </p:val>
                                        </p:tav>
                                      </p:tavLst>
                                    </p:anim>
                                    <p:anim calcmode="lin" valueType="num">
                                      <p:cBhvr additive="base">
                                        <p:cTn id="18" dur="1000" fill="hold"/>
                                        <p:tgtEl>
                                          <p:spTgt spid="39"/>
                                        </p:tgtEl>
                                        <p:attrNameLst>
                                          <p:attrName>ppt_y</p:attrName>
                                        </p:attrNameLst>
                                      </p:cBhvr>
                                      <p:tavLst>
                                        <p:tav tm="0">
                                          <p:val>
                                            <p:strVal val="#ppt_y"/>
                                          </p:val>
                                        </p:tav>
                                        <p:tav tm="100000">
                                          <p:val>
                                            <p:strVal val="#ppt_y"/>
                                          </p:val>
                                        </p:tav>
                                      </p:tavLst>
                                    </p:anim>
                                  </p:childTnLst>
                                </p:cTn>
                              </p:par>
                              <p:par>
                                <p:cTn id="19" presetID="17" presetClass="entr" presetSubtype="10" fill="hold" nodeType="withEffect">
                                  <p:stCondLst>
                                    <p:cond delay="700"/>
                                  </p:stCondLst>
                                  <p:childTnLst>
                                    <p:set>
                                      <p:cBhvr>
                                        <p:cTn id="20" dur="1" fill="hold">
                                          <p:stCondLst>
                                            <p:cond delay="0"/>
                                          </p:stCondLst>
                                        </p:cTn>
                                        <p:tgtEl>
                                          <p:spTgt spid="43"/>
                                        </p:tgtEl>
                                        <p:attrNameLst>
                                          <p:attrName>style.visibility</p:attrName>
                                        </p:attrNameLst>
                                      </p:cBhvr>
                                      <p:to>
                                        <p:strVal val="visible"/>
                                      </p:to>
                                    </p:set>
                                    <p:anim calcmode="lin" valueType="num">
                                      <p:cBhvr>
                                        <p:cTn id="21" dur="500" fill="hold"/>
                                        <p:tgtEl>
                                          <p:spTgt spid="43"/>
                                        </p:tgtEl>
                                        <p:attrNameLst>
                                          <p:attrName>ppt_w</p:attrName>
                                        </p:attrNameLst>
                                      </p:cBhvr>
                                      <p:tavLst>
                                        <p:tav tm="0">
                                          <p:val>
                                            <p:fltVal val="0"/>
                                          </p:val>
                                        </p:tav>
                                        <p:tav tm="100000">
                                          <p:val>
                                            <p:strVal val="#ppt_w"/>
                                          </p:val>
                                        </p:tav>
                                      </p:tavLst>
                                    </p:anim>
                                    <p:anim calcmode="lin" valueType="num">
                                      <p:cBhvr>
                                        <p:cTn id="22" dur="500" fill="hold"/>
                                        <p:tgtEl>
                                          <p:spTgt spid="43"/>
                                        </p:tgtEl>
                                        <p:attrNameLst>
                                          <p:attrName>ppt_h</p:attrName>
                                        </p:attrNameLst>
                                      </p:cBhvr>
                                      <p:tavLst>
                                        <p:tav tm="0">
                                          <p:val>
                                            <p:strVal val="#ppt_h"/>
                                          </p:val>
                                        </p:tav>
                                        <p:tav tm="100000">
                                          <p:val>
                                            <p:strVal val="#ppt_h"/>
                                          </p:val>
                                        </p:tav>
                                      </p:tavLst>
                                    </p:anim>
                                  </p:childTnLst>
                                </p:cTn>
                              </p:par>
                              <p:par>
                                <p:cTn id="23" presetID="17" presetClass="entr" presetSubtype="10" fill="hold" nodeType="withEffect">
                                  <p:stCondLst>
                                    <p:cond delay="500"/>
                                  </p:stCondLst>
                                  <p:childTnLst>
                                    <p:set>
                                      <p:cBhvr>
                                        <p:cTn id="24" dur="1" fill="hold">
                                          <p:stCondLst>
                                            <p:cond delay="0"/>
                                          </p:stCondLst>
                                        </p:cTn>
                                        <p:tgtEl>
                                          <p:spTgt spid="46"/>
                                        </p:tgtEl>
                                        <p:attrNameLst>
                                          <p:attrName>style.visibility</p:attrName>
                                        </p:attrNameLst>
                                      </p:cBhvr>
                                      <p:to>
                                        <p:strVal val="visible"/>
                                      </p:to>
                                    </p:set>
                                    <p:anim calcmode="lin" valueType="num">
                                      <p:cBhvr>
                                        <p:cTn id="25" dur="500" fill="hold"/>
                                        <p:tgtEl>
                                          <p:spTgt spid="46"/>
                                        </p:tgtEl>
                                        <p:attrNameLst>
                                          <p:attrName>ppt_w</p:attrName>
                                        </p:attrNameLst>
                                      </p:cBhvr>
                                      <p:tavLst>
                                        <p:tav tm="0">
                                          <p:val>
                                            <p:fltVal val="0"/>
                                          </p:val>
                                        </p:tav>
                                        <p:tav tm="100000">
                                          <p:val>
                                            <p:strVal val="#ppt_w"/>
                                          </p:val>
                                        </p:tav>
                                      </p:tavLst>
                                    </p:anim>
                                    <p:anim calcmode="lin" valueType="num">
                                      <p:cBhvr>
                                        <p:cTn id="26" dur="500" fill="hold"/>
                                        <p:tgtEl>
                                          <p:spTgt spid="46"/>
                                        </p:tgtEl>
                                        <p:attrNameLst>
                                          <p:attrName>ppt_h</p:attrName>
                                        </p:attrNameLst>
                                      </p:cBhvr>
                                      <p:tavLst>
                                        <p:tav tm="0">
                                          <p:val>
                                            <p:strVal val="#ppt_h"/>
                                          </p:val>
                                        </p:tav>
                                        <p:tav tm="100000">
                                          <p:val>
                                            <p:strVal val="#ppt_h"/>
                                          </p:val>
                                        </p:tav>
                                      </p:tavLst>
                                    </p:anim>
                                  </p:childTnLst>
                                </p:cTn>
                              </p:par>
                              <p:par>
                                <p:cTn id="27" presetID="17" presetClass="entr" presetSubtype="10" fill="hold" nodeType="withEffect">
                                  <p:stCondLst>
                                    <p:cond delay="600"/>
                                  </p:stCondLst>
                                  <p:childTnLst>
                                    <p:set>
                                      <p:cBhvr>
                                        <p:cTn id="28" dur="1" fill="hold">
                                          <p:stCondLst>
                                            <p:cond delay="0"/>
                                          </p:stCondLst>
                                        </p:cTn>
                                        <p:tgtEl>
                                          <p:spTgt spid="49"/>
                                        </p:tgtEl>
                                        <p:attrNameLst>
                                          <p:attrName>style.visibility</p:attrName>
                                        </p:attrNameLst>
                                      </p:cBhvr>
                                      <p:to>
                                        <p:strVal val="visible"/>
                                      </p:to>
                                    </p:set>
                                    <p:anim calcmode="lin" valueType="num">
                                      <p:cBhvr>
                                        <p:cTn id="29" dur="500" fill="hold"/>
                                        <p:tgtEl>
                                          <p:spTgt spid="49"/>
                                        </p:tgtEl>
                                        <p:attrNameLst>
                                          <p:attrName>ppt_w</p:attrName>
                                        </p:attrNameLst>
                                      </p:cBhvr>
                                      <p:tavLst>
                                        <p:tav tm="0">
                                          <p:val>
                                            <p:fltVal val="0"/>
                                          </p:val>
                                        </p:tav>
                                        <p:tav tm="100000">
                                          <p:val>
                                            <p:strVal val="#ppt_w"/>
                                          </p:val>
                                        </p:tav>
                                      </p:tavLst>
                                    </p:anim>
                                    <p:anim calcmode="lin" valueType="num">
                                      <p:cBhvr>
                                        <p:cTn id="30" dur="500" fill="hold"/>
                                        <p:tgtEl>
                                          <p:spTgt spid="49"/>
                                        </p:tgtEl>
                                        <p:attrNameLst>
                                          <p:attrName>ppt_h</p:attrName>
                                        </p:attrNameLst>
                                      </p:cBhvr>
                                      <p:tavLst>
                                        <p:tav tm="0">
                                          <p:val>
                                            <p:strVal val="#ppt_h"/>
                                          </p:val>
                                        </p:tav>
                                        <p:tav tm="100000">
                                          <p:val>
                                            <p:strVal val="#ppt_h"/>
                                          </p:val>
                                        </p:tav>
                                      </p:tavLst>
                                    </p:anim>
                                  </p:childTnLst>
                                </p:cTn>
                              </p:par>
                              <p:par>
                                <p:cTn id="31" presetID="17" presetClass="entr" presetSubtype="10" fill="hold" nodeType="withEffect">
                                  <p:stCondLst>
                                    <p:cond delay="400"/>
                                  </p:stCondLst>
                                  <p:childTnLst>
                                    <p:set>
                                      <p:cBhvr>
                                        <p:cTn id="32" dur="1" fill="hold">
                                          <p:stCondLst>
                                            <p:cond delay="0"/>
                                          </p:stCondLst>
                                        </p:cTn>
                                        <p:tgtEl>
                                          <p:spTgt spid="52"/>
                                        </p:tgtEl>
                                        <p:attrNameLst>
                                          <p:attrName>style.visibility</p:attrName>
                                        </p:attrNameLst>
                                      </p:cBhvr>
                                      <p:to>
                                        <p:strVal val="visible"/>
                                      </p:to>
                                    </p:set>
                                    <p:anim calcmode="lin" valueType="num">
                                      <p:cBhvr>
                                        <p:cTn id="33" dur="500" fill="hold"/>
                                        <p:tgtEl>
                                          <p:spTgt spid="52"/>
                                        </p:tgtEl>
                                        <p:attrNameLst>
                                          <p:attrName>ppt_w</p:attrName>
                                        </p:attrNameLst>
                                      </p:cBhvr>
                                      <p:tavLst>
                                        <p:tav tm="0">
                                          <p:val>
                                            <p:fltVal val="0"/>
                                          </p:val>
                                        </p:tav>
                                        <p:tav tm="100000">
                                          <p:val>
                                            <p:strVal val="#ppt_w"/>
                                          </p:val>
                                        </p:tav>
                                      </p:tavLst>
                                    </p:anim>
                                    <p:anim calcmode="lin" valueType="num">
                                      <p:cBhvr>
                                        <p:cTn id="34" dur="500" fill="hold"/>
                                        <p:tgtEl>
                                          <p:spTgt spid="5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Placeholder 14">
            <a:extLst>
              <a:ext uri="{FF2B5EF4-FFF2-40B4-BE49-F238E27FC236}">
                <a16:creationId xmlns:a16="http://schemas.microsoft.com/office/drawing/2014/main" id="{7DC01763-8475-4419-8D91-EA26C512CB42}"/>
              </a:ext>
            </a:extLst>
          </p:cNvPr>
          <p:cNvPicPr>
            <a:picLocks noGrp="1" noChangeAspect="1"/>
          </p:cNvPicPr>
          <p:nvPr>
            <p:ph type="pic" sz="quarter" idx="19"/>
          </p:nvPr>
        </p:nvPicPr>
        <p:blipFill rotWithShape="1">
          <a:blip r:embed="rId2"/>
          <a:srcRect t="2852" b="7296"/>
          <a:stretch/>
        </p:blipFill>
        <p:spPr>
          <a:xfrm>
            <a:off x="0" y="856537"/>
            <a:ext cx="6096000" cy="2967351"/>
          </a:xfrm>
          <a:prstGeom prst="rect">
            <a:avLst/>
          </a:prstGeom>
        </p:spPr>
      </p:pic>
      <p:sp>
        <p:nvSpPr>
          <p:cNvPr id="13" name="Rectangle 12">
            <a:extLst>
              <a:ext uri="{FF2B5EF4-FFF2-40B4-BE49-F238E27FC236}">
                <a16:creationId xmlns:a16="http://schemas.microsoft.com/office/drawing/2014/main" id="{DAE2B449-7334-4D67-AD4E-3019A6244E41}"/>
              </a:ext>
            </a:extLst>
          </p:cNvPr>
          <p:cNvSpPr/>
          <p:nvPr/>
        </p:nvSpPr>
        <p:spPr>
          <a:xfrm>
            <a:off x="9504608" y="3119907"/>
            <a:ext cx="965915" cy="176567"/>
          </a:xfrm>
          <a:prstGeom prst="rect">
            <a:avLst/>
          </a:prstGeom>
          <a:solidFill>
            <a:srgbClr val="FFFFFF"/>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13BE0FA-8D93-4C72-990B-97E12506BD45}"/>
              </a:ext>
            </a:extLst>
          </p:cNvPr>
          <p:cNvSpPr/>
          <p:nvPr/>
        </p:nvSpPr>
        <p:spPr>
          <a:xfrm>
            <a:off x="6261204" y="4428383"/>
            <a:ext cx="5765577" cy="420115"/>
          </a:xfrm>
          <a:prstGeom prst="rect">
            <a:avLst/>
          </a:prstGeom>
        </p:spPr>
        <p:txBody>
          <a:bodyPr wrap="square">
            <a:spAutoFit/>
          </a:bodyPr>
          <a:lstStyle/>
          <a:p>
            <a:pPr marL="285750" indent="-285750" algn="just">
              <a:lnSpc>
                <a:spcPct val="130000"/>
              </a:lnSpc>
              <a:spcBef>
                <a:spcPts val="600"/>
              </a:spcBef>
              <a:spcAft>
                <a:spcPts val="600"/>
              </a:spcAft>
              <a:buFont typeface="Wingdings" panose="05000000000000000000" pitchFamily="2" charset="2"/>
              <a:buChar char="Ø"/>
            </a:pPr>
            <a:endParaRPr lang="en-US" dirty="0"/>
          </a:p>
        </p:txBody>
      </p:sp>
      <p:sp>
        <p:nvSpPr>
          <p:cNvPr id="16" name="Rectangle 15">
            <a:extLst>
              <a:ext uri="{FF2B5EF4-FFF2-40B4-BE49-F238E27FC236}">
                <a16:creationId xmlns:a16="http://schemas.microsoft.com/office/drawing/2014/main" id="{74373376-960F-4B6F-8FF5-7E9BC5F1F265}"/>
              </a:ext>
            </a:extLst>
          </p:cNvPr>
          <p:cNvSpPr/>
          <p:nvPr/>
        </p:nvSpPr>
        <p:spPr>
          <a:xfrm>
            <a:off x="6295774" y="118398"/>
            <a:ext cx="5731007" cy="3552767"/>
          </a:xfrm>
          <a:prstGeom prst="rect">
            <a:avLst/>
          </a:prstGeom>
        </p:spPr>
        <p:txBody>
          <a:bodyPr wrap="square">
            <a:spAutoFit/>
          </a:bodyPr>
          <a:lstStyle/>
          <a:p>
            <a:pPr>
              <a:lnSpc>
                <a:spcPct val="130000"/>
              </a:lnSpc>
              <a:spcBef>
                <a:spcPts val="600"/>
              </a:spcBef>
              <a:spcAft>
                <a:spcPts val="600"/>
              </a:spcAft>
            </a:pPr>
            <a:endParaRPr lang="en-US" dirty="0">
              <a:latin typeface="Times New Roman" panose="02020603050405020304" pitchFamily="18" charset="0"/>
              <a:cs typeface="Times New Roman" panose="02020603050405020304" pitchFamily="18" charset="0"/>
            </a:endParaRPr>
          </a:p>
          <a:p>
            <a:pPr marL="285750" indent="-285750">
              <a:lnSpc>
                <a:spcPct val="130000"/>
              </a:lnSpc>
              <a:spcBef>
                <a:spcPts val="600"/>
              </a:spcBef>
              <a:spcAft>
                <a:spcPts val="600"/>
              </a:spcAf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Q</a:t>
            </a:r>
            <a:r>
              <a:rPr lang="vi-VN" dirty="0">
                <a:latin typeface="Times New Roman" panose="02020603050405020304" pitchFamily="18" charset="0"/>
                <a:cs typeface="Times New Roman" panose="02020603050405020304" pitchFamily="18" charset="0"/>
              </a:rPr>
              <a:t>uản trị tài chính nhân sự tiền lương và dịch vụ</a:t>
            </a:r>
            <a:endParaRPr lang="en-US" dirty="0">
              <a:latin typeface="Times New Roman" panose="02020603050405020304" pitchFamily="18" charset="0"/>
              <a:cs typeface="Times New Roman" panose="02020603050405020304" pitchFamily="18" charset="0"/>
            </a:endParaRPr>
          </a:p>
          <a:p>
            <a:pPr marL="285750" indent="-285750">
              <a:lnSpc>
                <a:spcPct val="130000"/>
              </a:lnSpc>
              <a:spcBef>
                <a:spcPts val="600"/>
              </a:spcBef>
              <a:spcAft>
                <a:spcPts val="600"/>
              </a:spcAft>
              <a:buFont typeface="Wingdings" panose="05000000000000000000" pitchFamily="2" charset="2"/>
              <a:buChar char="Ø"/>
            </a:pPr>
            <a:r>
              <a:rPr lang="vi-VN" dirty="0">
                <a:latin typeface="Times New Roman" panose="02020603050405020304" pitchFamily="18" charset="0"/>
                <a:cs typeface="Times New Roman" panose="02020603050405020304" pitchFamily="18" charset="0"/>
              </a:rPr>
              <a:t>Hỗ trợ mua bán hàng biết được tình trạng tồn kho, sản xuất chăm sóc khách hàng tiếp thị sản phẩm. </a:t>
            </a:r>
            <a:endParaRPr lang="en-US" dirty="0">
              <a:latin typeface="Times New Roman" panose="02020603050405020304" pitchFamily="18" charset="0"/>
              <a:cs typeface="Times New Roman" panose="02020603050405020304" pitchFamily="18" charset="0"/>
            </a:endParaRPr>
          </a:p>
          <a:p>
            <a:pPr marL="285750" indent="-285750">
              <a:lnSpc>
                <a:spcPct val="130000"/>
              </a:lnSpc>
              <a:spcBef>
                <a:spcPts val="600"/>
              </a:spcBef>
              <a:spcAft>
                <a:spcPts val="600"/>
              </a:spcAft>
              <a:buFont typeface="Wingdings" panose="05000000000000000000" pitchFamily="2" charset="2"/>
              <a:buChar char="Ø"/>
            </a:pPr>
            <a:r>
              <a:rPr lang="en-US" dirty="0" err="1">
                <a:latin typeface="Times New Roman" panose="02020603050405020304" pitchFamily="18" charset="0"/>
                <a:cs typeface="Times New Roman" panose="02020603050405020304" pitchFamily="18" charset="0"/>
              </a:rPr>
              <a:t>Phân</a:t>
            </a:r>
            <a:r>
              <a:rPr lang="en-US" dirty="0">
                <a:latin typeface="Times New Roman" panose="02020603050405020304" pitchFamily="18" charset="0"/>
                <a:cs typeface="Times New Roman" panose="02020603050405020304" pitchFamily="18" charset="0"/>
              </a:rPr>
              <a:t> </a:t>
            </a:r>
            <a:r>
              <a:rPr lang="vi-VN" dirty="0">
                <a:latin typeface="Times New Roman" panose="02020603050405020304" pitchFamily="18" charset="0"/>
                <a:cs typeface="Times New Roman" panose="02020603050405020304" pitchFamily="18" charset="0"/>
              </a:rPr>
              <a:t>tích đánh giá thống kê đưa ra dự báo, tài nguyên từ đó mà hình thành</a:t>
            </a:r>
            <a:endParaRPr lang="en-US" dirty="0">
              <a:latin typeface="Times New Roman" panose="02020603050405020304" pitchFamily="18" charset="0"/>
              <a:cs typeface="Times New Roman" panose="02020603050405020304" pitchFamily="18" charset="0"/>
            </a:endParaRPr>
          </a:p>
          <a:p>
            <a:pPr marL="285750" indent="-285750">
              <a:lnSpc>
                <a:spcPct val="130000"/>
              </a:lnSpc>
              <a:spcBef>
                <a:spcPts val="600"/>
              </a:spcBef>
              <a:spcAft>
                <a:spcPts val="600"/>
              </a:spcAft>
              <a:buFont typeface="Wingdings" panose="05000000000000000000" pitchFamily="2" charset="2"/>
              <a:buChar char="Ø"/>
            </a:pPr>
            <a:r>
              <a:rPr lang="vi-VN" dirty="0">
                <a:latin typeface="Times New Roman" panose="02020603050405020304" pitchFamily="18" charset="0"/>
                <a:cs typeface="Times New Roman" panose="02020603050405020304" pitchFamily="18" charset="0"/>
              </a:rPr>
              <a:t>Hoạch định </a:t>
            </a:r>
            <a:r>
              <a:rPr lang="en-US" dirty="0">
                <a:latin typeface="Times New Roman" panose="02020603050405020304" pitchFamily="18" charset="0"/>
                <a:cs typeface="Times New Roman" panose="02020603050405020304" pitchFamily="18" charset="0"/>
              </a:rPr>
              <a:t>v</a:t>
            </a:r>
            <a:r>
              <a:rPr lang="vi-VN" dirty="0">
                <a:latin typeface="Times New Roman" panose="02020603050405020304" pitchFamily="18" charset="0"/>
                <a:cs typeface="Times New Roman" panose="02020603050405020304" pitchFamily="18" charset="0"/>
              </a:rPr>
              <a:t>à xây dựng các quy tình giải quyết công việc giữa các phòng ban trong công ty một cách tự động. </a:t>
            </a:r>
            <a:endParaRPr lang="en-US" dirty="0">
              <a:latin typeface="Times New Roman" panose="02020603050405020304" pitchFamily="18" charset="0"/>
              <a:cs typeface="Times New Roman" panose="02020603050405020304" pitchFamily="18" charset="0"/>
            </a:endParaRPr>
          </a:p>
        </p:txBody>
      </p:sp>
      <p:cxnSp>
        <p:nvCxnSpPr>
          <p:cNvPr id="18" name="Straight Connector 17">
            <a:extLst>
              <a:ext uri="{FF2B5EF4-FFF2-40B4-BE49-F238E27FC236}">
                <a16:creationId xmlns:a16="http://schemas.microsoft.com/office/drawing/2014/main" id="{AAC7837C-7E75-4643-988F-CCBFA3B0034F}"/>
              </a:ext>
            </a:extLst>
          </p:cNvPr>
          <p:cNvCxnSpPr/>
          <p:nvPr/>
        </p:nvCxnSpPr>
        <p:spPr>
          <a:xfrm flipH="1">
            <a:off x="0" y="3836907"/>
            <a:ext cx="12192000" cy="0"/>
          </a:xfrm>
          <a:prstGeom prst="line">
            <a:avLst/>
          </a:prstGeom>
          <a:ln w="28575"/>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E56868E-E151-499F-BC88-C67DA6F09C5B}"/>
              </a:ext>
            </a:extLst>
          </p:cNvPr>
          <p:cNvCxnSpPr/>
          <p:nvPr/>
        </p:nvCxnSpPr>
        <p:spPr>
          <a:xfrm>
            <a:off x="6096000" y="742988"/>
            <a:ext cx="0" cy="6115012"/>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1" name="Rounded Rectangle 10">
            <a:extLst>
              <a:ext uri="{FF2B5EF4-FFF2-40B4-BE49-F238E27FC236}">
                <a16:creationId xmlns:a16="http://schemas.microsoft.com/office/drawing/2014/main" id="{2A795817-7950-468D-AC47-924D64EB48AB}"/>
              </a:ext>
            </a:extLst>
          </p:cNvPr>
          <p:cNvSpPr/>
          <p:nvPr/>
        </p:nvSpPr>
        <p:spPr>
          <a:xfrm rot="2700000">
            <a:off x="561883" y="174559"/>
            <a:ext cx="1024412" cy="1024412"/>
          </a:xfrm>
          <a:prstGeom prst="roundRect">
            <a:avLst/>
          </a:prstGeom>
          <a:solidFill>
            <a:schemeClr val="bg1"/>
          </a:solidFill>
          <a:ln w="508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a:solidFill>
                  <a:schemeClr val="accent2"/>
                </a:solidFill>
              </a:ln>
            </a:endParaRPr>
          </a:p>
        </p:txBody>
      </p:sp>
      <p:sp>
        <p:nvSpPr>
          <p:cNvPr id="22" name="Freeform 23">
            <a:extLst>
              <a:ext uri="{FF2B5EF4-FFF2-40B4-BE49-F238E27FC236}">
                <a16:creationId xmlns:a16="http://schemas.microsoft.com/office/drawing/2014/main" id="{E40AA843-48B3-4DFA-BAF5-92498D03F458}"/>
              </a:ext>
            </a:extLst>
          </p:cNvPr>
          <p:cNvSpPr>
            <a:spLocks noEditPoints="1"/>
          </p:cNvSpPr>
          <p:nvPr/>
        </p:nvSpPr>
        <p:spPr bwMode="auto">
          <a:xfrm>
            <a:off x="889456" y="488656"/>
            <a:ext cx="369266" cy="396217"/>
          </a:xfrm>
          <a:custGeom>
            <a:avLst/>
            <a:gdLst/>
            <a:ahLst/>
            <a:cxnLst>
              <a:cxn ang="0">
                <a:pos x="58" y="68"/>
              </a:cxn>
              <a:cxn ang="0">
                <a:pos x="0" y="63"/>
              </a:cxn>
              <a:cxn ang="0">
                <a:pos x="5" y="0"/>
              </a:cxn>
              <a:cxn ang="0">
                <a:pos x="63" y="5"/>
              </a:cxn>
              <a:cxn ang="0">
                <a:pos x="58" y="7"/>
              </a:cxn>
              <a:cxn ang="0">
                <a:pos x="7" y="5"/>
              </a:cxn>
              <a:cxn ang="0">
                <a:pos x="5" y="17"/>
              </a:cxn>
              <a:cxn ang="0">
                <a:pos x="56" y="19"/>
              </a:cxn>
              <a:cxn ang="0">
                <a:pos x="58" y="7"/>
              </a:cxn>
              <a:cxn ang="0">
                <a:pos x="5" y="29"/>
              </a:cxn>
              <a:cxn ang="0">
                <a:pos x="14" y="29"/>
              </a:cxn>
              <a:cxn ang="0">
                <a:pos x="9" y="39"/>
              </a:cxn>
              <a:cxn ang="0">
                <a:pos x="9" y="48"/>
              </a:cxn>
              <a:cxn ang="0">
                <a:pos x="9" y="39"/>
              </a:cxn>
              <a:cxn ang="0">
                <a:pos x="5" y="58"/>
              </a:cxn>
              <a:cxn ang="0">
                <a:pos x="14" y="58"/>
              </a:cxn>
              <a:cxn ang="0">
                <a:pos x="24" y="24"/>
              </a:cxn>
              <a:cxn ang="0">
                <a:pos x="24" y="34"/>
              </a:cxn>
              <a:cxn ang="0">
                <a:pos x="24" y="24"/>
              </a:cxn>
              <a:cxn ang="0">
                <a:pos x="19" y="43"/>
              </a:cxn>
              <a:cxn ang="0">
                <a:pos x="29" y="43"/>
              </a:cxn>
              <a:cxn ang="0">
                <a:pos x="24" y="53"/>
              </a:cxn>
              <a:cxn ang="0">
                <a:pos x="24" y="63"/>
              </a:cxn>
              <a:cxn ang="0">
                <a:pos x="24" y="53"/>
              </a:cxn>
              <a:cxn ang="0">
                <a:pos x="34" y="29"/>
              </a:cxn>
              <a:cxn ang="0">
                <a:pos x="43" y="29"/>
              </a:cxn>
              <a:cxn ang="0">
                <a:pos x="39" y="39"/>
              </a:cxn>
              <a:cxn ang="0">
                <a:pos x="39" y="48"/>
              </a:cxn>
              <a:cxn ang="0">
                <a:pos x="39" y="39"/>
              </a:cxn>
              <a:cxn ang="0">
                <a:pos x="34" y="58"/>
              </a:cxn>
              <a:cxn ang="0">
                <a:pos x="43" y="58"/>
              </a:cxn>
              <a:cxn ang="0">
                <a:pos x="53" y="24"/>
              </a:cxn>
              <a:cxn ang="0">
                <a:pos x="53" y="34"/>
              </a:cxn>
              <a:cxn ang="0">
                <a:pos x="53" y="24"/>
              </a:cxn>
              <a:cxn ang="0">
                <a:pos x="53" y="39"/>
              </a:cxn>
              <a:cxn ang="0">
                <a:pos x="48" y="58"/>
              </a:cxn>
              <a:cxn ang="0">
                <a:pos x="58" y="58"/>
              </a:cxn>
            </a:cxnLst>
            <a:rect l="0" t="0" r="r" b="b"/>
            <a:pathLst>
              <a:path w="63" h="68">
                <a:moveTo>
                  <a:pt x="63" y="63"/>
                </a:moveTo>
                <a:cubicBezTo>
                  <a:pt x="63" y="66"/>
                  <a:pt x="61" y="68"/>
                  <a:pt x="58" y="68"/>
                </a:cubicBezTo>
                <a:cubicBezTo>
                  <a:pt x="5" y="68"/>
                  <a:pt x="5" y="68"/>
                  <a:pt x="5" y="68"/>
                </a:cubicBezTo>
                <a:cubicBezTo>
                  <a:pt x="2" y="68"/>
                  <a:pt x="0" y="66"/>
                  <a:pt x="0" y="63"/>
                </a:cubicBezTo>
                <a:cubicBezTo>
                  <a:pt x="0" y="5"/>
                  <a:pt x="0" y="5"/>
                  <a:pt x="0" y="5"/>
                </a:cubicBezTo>
                <a:cubicBezTo>
                  <a:pt x="0" y="2"/>
                  <a:pt x="2" y="0"/>
                  <a:pt x="5" y="0"/>
                </a:cubicBezTo>
                <a:cubicBezTo>
                  <a:pt x="58" y="0"/>
                  <a:pt x="58" y="0"/>
                  <a:pt x="58" y="0"/>
                </a:cubicBezTo>
                <a:cubicBezTo>
                  <a:pt x="61" y="0"/>
                  <a:pt x="63" y="2"/>
                  <a:pt x="63" y="5"/>
                </a:cubicBezTo>
                <a:lnTo>
                  <a:pt x="63" y="63"/>
                </a:lnTo>
                <a:close/>
                <a:moveTo>
                  <a:pt x="58" y="7"/>
                </a:moveTo>
                <a:cubicBezTo>
                  <a:pt x="58" y="6"/>
                  <a:pt x="57" y="5"/>
                  <a:pt x="56" y="5"/>
                </a:cubicBezTo>
                <a:cubicBezTo>
                  <a:pt x="7" y="5"/>
                  <a:pt x="7" y="5"/>
                  <a:pt x="7" y="5"/>
                </a:cubicBezTo>
                <a:cubicBezTo>
                  <a:pt x="6" y="5"/>
                  <a:pt x="5" y="6"/>
                  <a:pt x="5" y="7"/>
                </a:cubicBezTo>
                <a:cubicBezTo>
                  <a:pt x="5" y="17"/>
                  <a:pt x="5" y="17"/>
                  <a:pt x="5" y="17"/>
                </a:cubicBezTo>
                <a:cubicBezTo>
                  <a:pt x="5" y="18"/>
                  <a:pt x="6" y="19"/>
                  <a:pt x="7" y="19"/>
                </a:cubicBezTo>
                <a:cubicBezTo>
                  <a:pt x="56" y="19"/>
                  <a:pt x="56" y="19"/>
                  <a:pt x="56" y="19"/>
                </a:cubicBezTo>
                <a:cubicBezTo>
                  <a:pt x="57" y="19"/>
                  <a:pt x="58" y="18"/>
                  <a:pt x="58" y="17"/>
                </a:cubicBezTo>
                <a:lnTo>
                  <a:pt x="58" y="7"/>
                </a:lnTo>
                <a:close/>
                <a:moveTo>
                  <a:pt x="9" y="24"/>
                </a:moveTo>
                <a:cubicBezTo>
                  <a:pt x="7" y="24"/>
                  <a:pt x="5" y="26"/>
                  <a:pt x="5" y="29"/>
                </a:cubicBezTo>
                <a:cubicBezTo>
                  <a:pt x="5" y="32"/>
                  <a:pt x="7" y="34"/>
                  <a:pt x="9" y="34"/>
                </a:cubicBezTo>
                <a:cubicBezTo>
                  <a:pt x="12" y="34"/>
                  <a:pt x="14" y="32"/>
                  <a:pt x="14" y="29"/>
                </a:cubicBezTo>
                <a:cubicBezTo>
                  <a:pt x="14" y="26"/>
                  <a:pt x="12" y="24"/>
                  <a:pt x="9" y="24"/>
                </a:cubicBezTo>
                <a:close/>
                <a:moveTo>
                  <a:pt x="9" y="39"/>
                </a:moveTo>
                <a:cubicBezTo>
                  <a:pt x="7" y="39"/>
                  <a:pt x="5" y="41"/>
                  <a:pt x="5" y="43"/>
                </a:cubicBezTo>
                <a:cubicBezTo>
                  <a:pt x="5" y="46"/>
                  <a:pt x="7" y="48"/>
                  <a:pt x="9" y="48"/>
                </a:cubicBezTo>
                <a:cubicBezTo>
                  <a:pt x="12" y="48"/>
                  <a:pt x="14" y="46"/>
                  <a:pt x="14" y="43"/>
                </a:cubicBezTo>
                <a:cubicBezTo>
                  <a:pt x="14" y="41"/>
                  <a:pt x="12" y="39"/>
                  <a:pt x="9" y="39"/>
                </a:cubicBezTo>
                <a:close/>
                <a:moveTo>
                  <a:pt x="9" y="53"/>
                </a:moveTo>
                <a:cubicBezTo>
                  <a:pt x="7" y="53"/>
                  <a:pt x="5" y="55"/>
                  <a:pt x="5" y="58"/>
                </a:cubicBezTo>
                <a:cubicBezTo>
                  <a:pt x="5" y="61"/>
                  <a:pt x="7" y="63"/>
                  <a:pt x="9" y="63"/>
                </a:cubicBezTo>
                <a:cubicBezTo>
                  <a:pt x="12" y="63"/>
                  <a:pt x="14" y="61"/>
                  <a:pt x="14" y="58"/>
                </a:cubicBezTo>
                <a:cubicBezTo>
                  <a:pt x="14" y="55"/>
                  <a:pt x="12" y="53"/>
                  <a:pt x="9" y="53"/>
                </a:cubicBezTo>
                <a:close/>
                <a:moveTo>
                  <a:pt x="24" y="24"/>
                </a:moveTo>
                <a:cubicBezTo>
                  <a:pt x="21" y="24"/>
                  <a:pt x="19" y="26"/>
                  <a:pt x="19" y="29"/>
                </a:cubicBezTo>
                <a:cubicBezTo>
                  <a:pt x="19" y="32"/>
                  <a:pt x="21" y="34"/>
                  <a:pt x="24" y="34"/>
                </a:cubicBezTo>
                <a:cubicBezTo>
                  <a:pt x="27" y="34"/>
                  <a:pt x="29" y="32"/>
                  <a:pt x="29" y="29"/>
                </a:cubicBezTo>
                <a:cubicBezTo>
                  <a:pt x="29" y="26"/>
                  <a:pt x="27" y="24"/>
                  <a:pt x="24" y="24"/>
                </a:cubicBezTo>
                <a:close/>
                <a:moveTo>
                  <a:pt x="24" y="39"/>
                </a:moveTo>
                <a:cubicBezTo>
                  <a:pt x="21" y="39"/>
                  <a:pt x="19" y="41"/>
                  <a:pt x="19" y="43"/>
                </a:cubicBezTo>
                <a:cubicBezTo>
                  <a:pt x="19" y="46"/>
                  <a:pt x="21" y="48"/>
                  <a:pt x="24" y="48"/>
                </a:cubicBezTo>
                <a:cubicBezTo>
                  <a:pt x="27" y="48"/>
                  <a:pt x="29" y="46"/>
                  <a:pt x="29" y="43"/>
                </a:cubicBezTo>
                <a:cubicBezTo>
                  <a:pt x="29" y="41"/>
                  <a:pt x="27" y="39"/>
                  <a:pt x="24" y="39"/>
                </a:cubicBezTo>
                <a:close/>
                <a:moveTo>
                  <a:pt x="24" y="53"/>
                </a:moveTo>
                <a:cubicBezTo>
                  <a:pt x="21" y="53"/>
                  <a:pt x="19" y="55"/>
                  <a:pt x="19" y="58"/>
                </a:cubicBezTo>
                <a:cubicBezTo>
                  <a:pt x="19" y="61"/>
                  <a:pt x="21" y="63"/>
                  <a:pt x="24" y="63"/>
                </a:cubicBezTo>
                <a:cubicBezTo>
                  <a:pt x="27" y="63"/>
                  <a:pt x="29" y="61"/>
                  <a:pt x="29" y="58"/>
                </a:cubicBezTo>
                <a:cubicBezTo>
                  <a:pt x="29" y="55"/>
                  <a:pt x="27" y="53"/>
                  <a:pt x="24" y="53"/>
                </a:cubicBezTo>
                <a:close/>
                <a:moveTo>
                  <a:pt x="39" y="24"/>
                </a:moveTo>
                <a:cubicBezTo>
                  <a:pt x="36" y="24"/>
                  <a:pt x="34" y="26"/>
                  <a:pt x="34" y="29"/>
                </a:cubicBezTo>
                <a:cubicBezTo>
                  <a:pt x="34" y="32"/>
                  <a:pt x="36" y="34"/>
                  <a:pt x="39" y="34"/>
                </a:cubicBezTo>
                <a:cubicBezTo>
                  <a:pt x="41" y="34"/>
                  <a:pt x="43" y="32"/>
                  <a:pt x="43" y="29"/>
                </a:cubicBezTo>
                <a:cubicBezTo>
                  <a:pt x="43" y="26"/>
                  <a:pt x="41" y="24"/>
                  <a:pt x="39" y="24"/>
                </a:cubicBezTo>
                <a:close/>
                <a:moveTo>
                  <a:pt x="39" y="39"/>
                </a:moveTo>
                <a:cubicBezTo>
                  <a:pt x="36" y="39"/>
                  <a:pt x="34" y="41"/>
                  <a:pt x="34" y="43"/>
                </a:cubicBezTo>
                <a:cubicBezTo>
                  <a:pt x="34" y="46"/>
                  <a:pt x="36" y="48"/>
                  <a:pt x="39" y="48"/>
                </a:cubicBezTo>
                <a:cubicBezTo>
                  <a:pt x="41" y="48"/>
                  <a:pt x="43" y="46"/>
                  <a:pt x="43" y="43"/>
                </a:cubicBezTo>
                <a:cubicBezTo>
                  <a:pt x="43" y="41"/>
                  <a:pt x="41" y="39"/>
                  <a:pt x="39" y="39"/>
                </a:cubicBezTo>
                <a:close/>
                <a:moveTo>
                  <a:pt x="39" y="53"/>
                </a:moveTo>
                <a:cubicBezTo>
                  <a:pt x="36" y="53"/>
                  <a:pt x="34" y="55"/>
                  <a:pt x="34" y="58"/>
                </a:cubicBezTo>
                <a:cubicBezTo>
                  <a:pt x="34" y="61"/>
                  <a:pt x="36" y="63"/>
                  <a:pt x="39" y="63"/>
                </a:cubicBezTo>
                <a:cubicBezTo>
                  <a:pt x="41" y="63"/>
                  <a:pt x="43" y="61"/>
                  <a:pt x="43" y="58"/>
                </a:cubicBezTo>
                <a:cubicBezTo>
                  <a:pt x="43" y="55"/>
                  <a:pt x="41" y="53"/>
                  <a:pt x="39" y="53"/>
                </a:cubicBezTo>
                <a:close/>
                <a:moveTo>
                  <a:pt x="53" y="24"/>
                </a:moveTo>
                <a:cubicBezTo>
                  <a:pt x="51" y="24"/>
                  <a:pt x="48" y="26"/>
                  <a:pt x="48" y="29"/>
                </a:cubicBezTo>
                <a:cubicBezTo>
                  <a:pt x="48" y="32"/>
                  <a:pt x="51" y="34"/>
                  <a:pt x="53" y="34"/>
                </a:cubicBezTo>
                <a:cubicBezTo>
                  <a:pt x="56" y="34"/>
                  <a:pt x="58" y="32"/>
                  <a:pt x="58" y="29"/>
                </a:cubicBezTo>
                <a:cubicBezTo>
                  <a:pt x="58" y="26"/>
                  <a:pt x="56" y="24"/>
                  <a:pt x="53" y="24"/>
                </a:cubicBezTo>
                <a:close/>
                <a:moveTo>
                  <a:pt x="58" y="43"/>
                </a:moveTo>
                <a:cubicBezTo>
                  <a:pt x="58" y="41"/>
                  <a:pt x="56" y="39"/>
                  <a:pt x="53" y="39"/>
                </a:cubicBezTo>
                <a:cubicBezTo>
                  <a:pt x="51" y="39"/>
                  <a:pt x="48" y="41"/>
                  <a:pt x="48" y="43"/>
                </a:cubicBezTo>
                <a:cubicBezTo>
                  <a:pt x="48" y="58"/>
                  <a:pt x="48" y="58"/>
                  <a:pt x="48" y="58"/>
                </a:cubicBezTo>
                <a:cubicBezTo>
                  <a:pt x="48" y="61"/>
                  <a:pt x="51" y="63"/>
                  <a:pt x="53" y="63"/>
                </a:cubicBezTo>
                <a:cubicBezTo>
                  <a:pt x="56" y="63"/>
                  <a:pt x="58" y="61"/>
                  <a:pt x="58" y="58"/>
                </a:cubicBezTo>
                <a:lnTo>
                  <a:pt x="58" y="43"/>
                </a:ln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4" name="Inhaltsplatzhalter 4">
            <a:extLst>
              <a:ext uri="{FF2B5EF4-FFF2-40B4-BE49-F238E27FC236}">
                <a16:creationId xmlns:a16="http://schemas.microsoft.com/office/drawing/2014/main" id="{555F48CE-8B96-4F10-B74F-9A7E0B77A541}"/>
              </a:ext>
            </a:extLst>
          </p:cNvPr>
          <p:cNvSpPr txBox="1">
            <a:spLocks/>
          </p:cNvSpPr>
          <p:nvPr/>
        </p:nvSpPr>
        <p:spPr>
          <a:xfrm>
            <a:off x="1643340" y="-50623"/>
            <a:ext cx="3237751" cy="568874"/>
          </a:xfrm>
          <a:prstGeom prst="rect">
            <a:avLst/>
          </a:prstGeom>
        </p:spPr>
        <p:txBody>
          <a:bodyPr wrap="square" lIns="0" tIns="0" rIns="0" bIns="0" anchor="t">
            <a:spAutoFit/>
          </a:bodyPr>
          <a:lstStyle>
            <a:lvl1pPr marL="272967" indent="-272967" algn="l" defTabSz="914127" rtl="0" eaLnBrk="1" latinLnBrk="0" hangingPunct="1">
              <a:lnSpc>
                <a:spcPct val="90000"/>
              </a:lnSpc>
              <a:spcBef>
                <a:spcPts val="0"/>
              </a:spcBef>
              <a:spcAft>
                <a:spcPts val="1000"/>
              </a:spcAft>
              <a:buFont typeface="Wingdings" panose="05000000000000000000" pitchFamily="2" charset="2"/>
              <a:buChar char="§"/>
              <a:defRPr sz="2300" kern="1200">
                <a:solidFill>
                  <a:schemeClr val="bg1"/>
                </a:solidFill>
                <a:latin typeface="Calibri Light" panose="020F0302020204030204" pitchFamily="34" charset="0"/>
                <a:ea typeface="+mn-ea"/>
                <a:cs typeface="+mn-cs"/>
              </a:defRPr>
            </a:lvl1pPr>
            <a:lvl2pPr marL="807798" indent="-272967" algn="l" defTabSz="914127" rtl="0" eaLnBrk="1" latinLnBrk="0" hangingPunct="1">
              <a:lnSpc>
                <a:spcPct val="90000"/>
              </a:lnSpc>
              <a:spcBef>
                <a:spcPts val="0"/>
              </a:spcBef>
              <a:spcAft>
                <a:spcPts val="1000"/>
              </a:spcAft>
              <a:buFont typeface="Symbol" panose="05050102010706020507" pitchFamily="18" charset="2"/>
              <a:buChar char="-"/>
              <a:defRPr sz="2000" kern="1200">
                <a:solidFill>
                  <a:schemeClr val="bg1"/>
                </a:solidFill>
                <a:latin typeface="Calibri Light" panose="020F0302020204030204" pitchFamily="34" charset="0"/>
                <a:ea typeface="+mn-ea"/>
                <a:cs typeface="+mn-cs"/>
              </a:defRPr>
            </a:lvl2pPr>
            <a:lvl3pPr marL="1080764" indent="-177748" algn="l" defTabSz="914127" rtl="0" eaLnBrk="1" latinLnBrk="0" hangingPunct="1">
              <a:lnSpc>
                <a:spcPct val="90000"/>
              </a:lnSpc>
              <a:spcBef>
                <a:spcPts val="0"/>
              </a:spcBef>
              <a:spcAft>
                <a:spcPts val="1000"/>
              </a:spcAft>
              <a:buFont typeface="Symbol" panose="05050102010706020507" pitchFamily="18" charset="2"/>
              <a:buChar char="-"/>
              <a:defRPr sz="1900" kern="1200">
                <a:solidFill>
                  <a:schemeClr val="bg1"/>
                </a:solidFill>
                <a:latin typeface="Calibri Light" panose="020F0302020204030204" pitchFamily="34" charset="0"/>
                <a:ea typeface="+mn-ea"/>
                <a:cs typeface="+mn-cs"/>
              </a:defRPr>
            </a:lvl3pPr>
            <a:lvl4pPr marL="1436256" indent="-177748"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4pPr>
            <a:lvl5pPr marL="1793335" indent="-179335" algn="l" defTabSz="914127" rtl="0" eaLnBrk="1" latinLnBrk="0" hangingPunct="1">
              <a:lnSpc>
                <a:spcPct val="90000"/>
              </a:lnSpc>
              <a:spcBef>
                <a:spcPts val="0"/>
              </a:spcBef>
              <a:spcAft>
                <a:spcPts val="1000"/>
              </a:spcAft>
              <a:buFont typeface="Symbol" panose="05050102010706020507" pitchFamily="18" charset="2"/>
              <a:buChar char="-"/>
              <a:defRPr sz="1600" kern="1200">
                <a:solidFill>
                  <a:schemeClr val="bg1"/>
                </a:solidFill>
                <a:latin typeface="Calibri Light" panose="020F0302020204030204" pitchFamily="34" charset="0"/>
                <a:ea typeface="+mn-ea"/>
                <a:cs typeface="+mn-cs"/>
              </a:defRPr>
            </a:lvl5pPr>
            <a:lvl6pPr marL="2513847"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0910"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7972"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5034" indent="-228532" algn="l" defTabSz="91412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150000"/>
              </a:lnSpc>
              <a:spcAft>
                <a:spcPts val="0"/>
              </a:spcAft>
              <a:buNone/>
            </a:pPr>
            <a:r>
              <a:rPr lang="en-US" sz="2800" b="1" dirty="0">
                <a:solidFill>
                  <a:schemeClr val="tx1"/>
                </a:solidFill>
                <a:latin typeface="Times New Roman" panose="02020603050405020304" pitchFamily="18" charset="0"/>
                <a:cs typeface="Times New Roman" panose="02020603050405020304" pitchFamily="18" charset="0"/>
              </a:rPr>
              <a:t>#2 C</a:t>
            </a:r>
            <a:r>
              <a:rPr lang="vi-VN" sz="2800" b="1" dirty="0">
                <a:solidFill>
                  <a:schemeClr val="tx1"/>
                </a:solidFill>
                <a:latin typeface="Times New Roman" panose="02020603050405020304" pitchFamily="18" charset="0"/>
                <a:cs typeface="Times New Roman" panose="02020603050405020304" pitchFamily="18" charset="0"/>
              </a:rPr>
              <a:t>ơ</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sở</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lý</a:t>
            </a:r>
            <a:r>
              <a:rPr lang="en-US" sz="2800" b="1" dirty="0">
                <a:solidFill>
                  <a:schemeClr val="tx1"/>
                </a:solidFill>
                <a:latin typeface="Times New Roman" panose="02020603050405020304" pitchFamily="18" charset="0"/>
                <a:cs typeface="Times New Roman" panose="02020603050405020304" pitchFamily="18" charset="0"/>
              </a:rPr>
              <a:t> </a:t>
            </a:r>
            <a:r>
              <a:rPr lang="en-US" sz="2800" b="1" dirty="0" err="1">
                <a:solidFill>
                  <a:schemeClr val="tx1"/>
                </a:solidFill>
                <a:latin typeface="Times New Roman" panose="02020603050405020304" pitchFamily="18" charset="0"/>
                <a:cs typeface="Times New Roman" panose="02020603050405020304" pitchFamily="18" charset="0"/>
              </a:rPr>
              <a:t>thuyết</a:t>
            </a:r>
            <a:endParaRPr lang="en-US" sz="2800" b="1" dirty="0">
              <a:solidFill>
                <a:schemeClr val="tx1"/>
              </a:solidFill>
              <a:latin typeface="Times New Roman" panose="02020603050405020304" pitchFamily="18" charset="0"/>
              <a:cs typeface="Times New Roman" panose="02020603050405020304" pitchFamily="18" charset="0"/>
            </a:endParaRPr>
          </a:p>
        </p:txBody>
      </p:sp>
      <p:cxnSp>
        <p:nvCxnSpPr>
          <p:cNvPr id="25" name="Straight Connector 24">
            <a:extLst>
              <a:ext uri="{FF2B5EF4-FFF2-40B4-BE49-F238E27FC236}">
                <a16:creationId xmlns:a16="http://schemas.microsoft.com/office/drawing/2014/main" id="{ADD56BF9-4907-42A1-9D6D-900AC5E9C26F}"/>
              </a:ext>
            </a:extLst>
          </p:cNvPr>
          <p:cNvCxnSpPr>
            <a:cxnSpLocks/>
          </p:cNvCxnSpPr>
          <p:nvPr/>
        </p:nvCxnSpPr>
        <p:spPr>
          <a:xfrm>
            <a:off x="1784972" y="543311"/>
            <a:ext cx="2078690"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pic>
        <p:nvPicPr>
          <p:cNvPr id="3" name="Picture Placeholder 2"/>
          <p:cNvPicPr>
            <a:picLocks noGrp="1" noChangeAspect="1"/>
          </p:cNvPicPr>
          <p:nvPr>
            <p:ph type="pic" sz="quarter" idx="18"/>
          </p:nvPr>
        </p:nvPicPr>
        <p:blipFill>
          <a:blip r:embed="rId3">
            <a:extLst>
              <a:ext uri="{28A0092B-C50C-407E-A947-70E740481C1C}">
                <a14:useLocalDpi xmlns:a14="http://schemas.microsoft.com/office/drawing/2010/main" val="0"/>
              </a:ext>
            </a:extLst>
          </a:blip>
          <a:srcRect l="7230" r="7230"/>
          <a:stretch>
            <a:fillRect/>
          </a:stretch>
        </p:blipFill>
        <p:spPr>
          <a:xfrm>
            <a:off x="0" y="3849927"/>
            <a:ext cx="6096000" cy="3008073"/>
          </a:xfrm>
        </p:spPr>
      </p:pic>
      <p:sp>
        <p:nvSpPr>
          <p:cNvPr id="4" name="TextBox 3"/>
          <p:cNvSpPr txBox="1"/>
          <p:nvPr/>
        </p:nvSpPr>
        <p:spPr>
          <a:xfrm>
            <a:off x="6278496" y="4210756"/>
            <a:ext cx="5748285" cy="2230739"/>
          </a:xfrm>
          <a:prstGeom prst="rect">
            <a:avLst/>
          </a:prstGeom>
          <a:noFill/>
        </p:spPr>
        <p:txBody>
          <a:bodyPr wrap="square" rtlCol="0">
            <a:spAutoFit/>
          </a:bodyPr>
          <a:lstStyle/>
          <a:p>
            <a:pPr marL="285750" indent="-285750">
              <a:lnSpc>
                <a:spcPct val="200000"/>
              </a:lnSpc>
              <a:buFont typeface="Wingdings" panose="05000000000000000000" pitchFamily="2" charset="2"/>
              <a:buChar char="Ø"/>
            </a:pPr>
            <a:r>
              <a:rPr lang="en-US" smtClean="0"/>
              <a:t>Tiếp cận thông tin đáng tin cậy</a:t>
            </a:r>
          </a:p>
          <a:p>
            <a:pPr marL="285750" indent="-285750">
              <a:lnSpc>
                <a:spcPct val="200000"/>
              </a:lnSpc>
              <a:buFont typeface="Wingdings" panose="05000000000000000000" pitchFamily="2" charset="2"/>
              <a:buChar char="Ø"/>
            </a:pPr>
            <a:r>
              <a:rPr lang="en-US" smtClean="0"/>
              <a:t>Giảm lượng tồn kho </a:t>
            </a:r>
          </a:p>
          <a:p>
            <a:pPr marL="285750" lvl="0" indent="-285750">
              <a:lnSpc>
                <a:spcPct val="200000"/>
              </a:lnSpc>
              <a:buFont typeface="Wingdings" panose="05000000000000000000" pitchFamily="2" charset="2"/>
              <a:buChar char="Ø"/>
            </a:pPr>
            <a:r>
              <a:rPr lang="en-US"/>
              <a:t>Tích hợp thông tin đặt hàng của khách hàng</a:t>
            </a:r>
          </a:p>
          <a:p>
            <a:pPr marL="285750" indent="-285750">
              <a:lnSpc>
                <a:spcPct val="200000"/>
              </a:lnSpc>
              <a:buFont typeface="Wingdings" panose="05000000000000000000" pitchFamily="2" charset="2"/>
              <a:buChar char="Ø"/>
            </a:pPr>
            <a:r>
              <a:rPr lang="en-US"/>
              <a:t>Quy trình kinh doanh được xác định rõ ràng hơn</a:t>
            </a:r>
            <a:endParaRPr lang="en-US" smtClean="0"/>
          </a:p>
        </p:txBody>
      </p:sp>
    </p:spTree>
    <p:extLst>
      <p:ext uri="{BB962C8B-B14F-4D97-AF65-F5344CB8AC3E}">
        <p14:creationId xmlns:p14="http://schemas.microsoft.com/office/powerpoint/2010/main" val="29025747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3BB2C7B-DD0D-4448-A69C-F2404847FC32}"/>
              </a:ext>
            </a:extLst>
          </p:cNvPr>
          <p:cNvSpPr/>
          <p:nvPr/>
        </p:nvSpPr>
        <p:spPr>
          <a:xfrm rot="2700000">
            <a:off x="485691" y="366552"/>
            <a:ext cx="1157456" cy="1164891"/>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99">
            <a:extLst>
              <a:ext uri="{FF2B5EF4-FFF2-40B4-BE49-F238E27FC236}">
                <a16:creationId xmlns:a16="http://schemas.microsoft.com/office/drawing/2014/main" id="{F441F343-AFFC-4871-886B-F322678113AC}"/>
              </a:ext>
            </a:extLst>
          </p:cNvPr>
          <p:cNvSpPr>
            <a:spLocks noEditPoints="1"/>
          </p:cNvSpPr>
          <p:nvPr/>
        </p:nvSpPr>
        <p:spPr bwMode="auto">
          <a:xfrm>
            <a:off x="858379" y="694131"/>
            <a:ext cx="462493" cy="459322"/>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TextBox 5"/>
          <p:cNvSpPr txBox="1"/>
          <p:nvPr/>
        </p:nvSpPr>
        <p:spPr>
          <a:xfrm>
            <a:off x="1885492" y="694131"/>
            <a:ext cx="6976286" cy="646331"/>
          </a:xfrm>
          <a:prstGeom prst="rect">
            <a:avLst/>
          </a:prstGeom>
          <a:noFill/>
        </p:spPr>
        <p:txBody>
          <a:bodyPr wrap="square" rtlCol="0">
            <a:spAutoFit/>
          </a:bodyPr>
          <a:lstStyle/>
          <a:p>
            <a:r>
              <a:rPr lang="en-US" sz="3600" smtClean="0">
                <a:latin typeface="Times New Roman" panose="02020603050405020304" pitchFamily="18" charset="0"/>
                <a:cs typeface="Times New Roman" panose="02020603050405020304" pitchFamily="18" charset="0"/>
              </a:rPr>
              <a:t>#3 Phân tích và thiết kế hệ thống </a:t>
            </a:r>
            <a:endParaRPr lang="en-US" sz="3600">
              <a:latin typeface="Times New Roman" panose="02020603050405020304" pitchFamily="18" charset="0"/>
              <a:cs typeface="Times New Roman" panose="02020603050405020304" pitchFamily="18" charset="0"/>
            </a:endParaRPr>
          </a:p>
        </p:txBody>
      </p:sp>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01421" y="1535289"/>
            <a:ext cx="9144001" cy="5322711"/>
          </a:xfrm>
          <a:prstGeom prst="rect">
            <a:avLst/>
          </a:prstGeom>
        </p:spPr>
      </p:pic>
    </p:spTree>
    <p:extLst>
      <p:ext uri="{BB962C8B-B14F-4D97-AF65-F5344CB8AC3E}">
        <p14:creationId xmlns:p14="http://schemas.microsoft.com/office/powerpoint/2010/main" val="69261277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3BB2C7B-DD0D-4448-A69C-F2404847FC32}"/>
              </a:ext>
            </a:extLst>
          </p:cNvPr>
          <p:cNvSpPr/>
          <p:nvPr/>
        </p:nvSpPr>
        <p:spPr>
          <a:xfrm rot="2700000">
            <a:off x="485691" y="366552"/>
            <a:ext cx="1157456" cy="1164891"/>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99">
            <a:extLst>
              <a:ext uri="{FF2B5EF4-FFF2-40B4-BE49-F238E27FC236}">
                <a16:creationId xmlns:a16="http://schemas.microsoft.com/office/drawing/2014/main" id="{F441F343-AFFC-4871-886B-F322678113AC}"/>
              </a:ext>
            </a:extLst>
          </p:cNvPr>
          <p:cNvSpPr>
            <a:spLocks noEditPoints="1"/>
          </p:cNvSpPr>
          <p:nvPr/>
        </p:nvSpPr>
        <p:spPr bwMode="auto">
          <a:xfrm>
            <a:off x="858379" y="694131"/>
            <a:ext cx="462493" cy="459322"/>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TextBox 5"/>
          <p:cNvSpPr txBox="1"/>
          <p:nvPr/>
        </p:nvSpPr>
        <p:spPr>
          <a:xfrm>
            <a:off x="1885492" y="694131"/>
            <a:ext cx="6976286" cy="523220"/>
          </a:xfrm>
          <a:prstGeom prst="rect">
            <a:avLst/>
          </a:prstGeom>
          <a:noFill/>
        </p:spPr>
        <p:txBody>
          <a:bodyPr wrap="square" rtlCol="0">
            <a:spAutoFit/>
          </a:bodyPr>
          <a:lstStyle/>
          <a:p>
            <a:r>
              <a:rPr lang="en-US" sz="2800" smtClean="0">
                <a:latin typeface="Times New Roman" panose="02020603050405020304" pitchFamily="18" charset="0"/>
                <a:cs typeface="Times New Roman" panose="02020603050405020304" pitchFamily="18" charset="0"/>
              </a:rPr>
              <a:t># 3 Lưu đồ - Quy trình chấm công</a:t>
            </a:r>
            <a:endParaRPr lang="en-US" sz="280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6267" y="1462629"/>
            <a:ext cx="10058400" cy="5200311"/>
          </a:xfrm>
          <a:prstGeom prst="rect">
            <a:avLst/>
          </a:prstGeom>
        </p:spPr>
      </p:pic>
    </p:spTree>
    <p:extLst>
      <p:ext uri="{BB962C8B-B14F-4D97-AF65-F5344CB8AC3E}">
        <p14:creationId xmlns:p14="http://schemas.microsoft.com/office/powerpoint/2010/main" val="361619403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71259" y="0"/>
            <a:ext cx="8336594" cy="6858000"/>
          </a:xfrm>
          <a:prstGeom prst="rect">
            <a:avLst/>
          </a:prstGeom>
        </p:spPr>
      </p:pic>
    </p:spTree>
    <p:extLst>
      <p:ext uri="{BB962C8B-B14F-4D97-AF65-F5344CB8AC3E}">
        <p14:creationId xmlns:p14="http://schemas.microsoft.com/office/powerpoint/2010/main" val="312568834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3BB2C7B-DD0D-4448-A69C-F2404847FC32}"/>
              </a:ext>
            </a:extLst>
          </p:cNvPr>
          <p:cNvSpPr/>
          <p:nvPr/>
        </p:nvSpPr>
        <p:spPr>
          <a:xfrm rot="2700000">
            <a:off x="485691" y="366552"/>
            <a:ext cx="1157456" cy="1164891"/>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99">
            <a:extLst>
              <a:ext uri="{FF2B5EF4-FFF2-40B4-BE49-F238E27FC236}">
                <a16:creationId xmlns:a16="http://schemas.microsoft.com/office/drawing/2014/main" id="{F441F343-AFFC-4871-886B-F322678113AC}"/>
              </a:ext>
            </a:extLst>
          </p:cNvPr>
          <p:cNvSpPr>
            <a:spLocks noEditPoints="1"/>
          </p:cNvSpPr>
          <p:nvPr/>
        </p:nvSpPr>
        <p:spPr bwMode="auto">
          <a:xfrm>
            <a:off x="858379" y="694131"/>
            <a:ext cx="462493" cy="459322"/>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TextBox 5"/>
          <p:cNvSpPr txBox="1"/>
          <p:nvPr/>
        </p:nvSpPr>
        <p:spPr>
          <a:xfrm>
            <a:off x="1885492" y="694131"/>
            <a:ext cx="6976286" cy="523220"/>
          </a:xfrm>
          <a:prstGeom prst="rect">
            <a:avLst/>
          </a:prstGeom>
          <a:noFill/>
        </p:spPr>
        <p:txBody>
          <a:bodyPr wrap="square" rtlCol="0">
            <a:spAutoFit/>
          </a:bodyPr>
          <a:lstStyle/>
          <a:p>
            <a:r>
              <a:rPr lang="en-US" sz="2800" smtClean="0">
                <a:latin typeface="Times New Roman" panose="02020603050405020304" pitchFamily="18" charset="0"/>
                <a:cs typeface="Times New Roman" panose="02020603050405020304" pitchFamily="18" charset="0"/>
              </a:rPr>
              <a:t># 3 Lưu đồ - Quy trình tính lương</a:t>
            </a:r>
            <a:endParaRPr lang="en-US" sz="2800">
              <a:latin typeface="Times New Roman" panose="02020603050405020304" pitchFamily="18" charset="0"/>
              <a:cs typeface="Times New Roman" panose="02020603050405020304" pitchFamily="18" charset="0"/>
            </a:endParaRPr>
          </a:p>
        </p:txBody>
      </p:sp>
      <p:pic>
        <p:nvPicPr>
          <p:cNvPr id="8" name="Picture 7"/>
          <p:cNvPicPr/>
          <p:nvPr/>
        </p:nvPicPr>
        <p:blipFill>
          <a:blip r:embed="rId2">
            <a:extLst>
              <a:ext uri="{28A0092B-C50C-407E-A947-70E740481C1C}">
                <a14:useLocalDpi xmlns:a14="http://schemas.microsoft.com/office/drawing/2010/main" val="0"/>
              </a:ext>
            </a:extLst>
          </a:blip>
          <a:stretch>
            <a:fillRect/>
          </a:stretch>
        </p:blipFill>
        <p:spPr>
          <a:xfrm>
            <a:off x="3025422" y="1533439"/>
            <a:ext cx="7066845" cy="5240599"/>
          </a:xfrm>
          <a:prstGeom prst="rect">
            <a:avLst/>
          </a:prstGeom>
        </p:spPr>
      </p:pic>
    </p:spTree>
    <p:extLst>
      <p:ext uri="{BB962C8B-B14F-4D97-AF65-F5344CB8AC3E}">
        <p14:creationId xmlns:p14="http://schemas.microsoft.com/office/powerpoint/2010/main" val="39971002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3BB2C7B-DD0D-4448-A69C-F2404847FC32}"/>
              </a:ext>
            </a:extLst>
          </p:cNvPr>
          <p:cNvSpPr/>
          <p:nvPr/>
        </p:nvSpPr>
        <p:spPr>
          <a:xfrm rot="2700000">
            <a:off x="485691" y="366552"/>
            <a:ext cx="1157456" cy="1164891"/>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99">
            <a:extLst>
              <a:ext uri="{FF2B5EF4-FFF2-40B4-BE49-F238E27FC236}">
                <a16:creationId xmlns:a16="http://schemas.microsoft.com/office/drawing/2014/main" id="{F441F343-AFFC-4871-886B-F322678113AC}"/>
              </a:ext>
            </a:extLst>
          </p:cNvPr>
          <p:cNvSpPr>
            <a:spLocks noEditPoints="1"/>
          </p:cNvSpPr>
          <p:nvPr/>
        </p:nvSpPr>
        <p:spPr bwMode="auto">
          <a:xfrm>
            <a:off x="858379" y="694131"/>
            <a:ext cx="462493" cy="459322"/>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TextBox 5"/>
          <p:cNvSpPr txBox="1"/>
          <p:nvPr/>
        </p:nvSpPr>
        <p:spPr>
          <a:xfrm>
            <a:off x="1885492" y="694131"/>
            <a:ext cx="6976286" cy="523220"/>
          </a:xfrm>
          <a:prstGeom prst="rect">
            <a:avLst/>
          </a:prstGeom>
          <a:noFill/>
        </p:spPr>
        <p:txBody>
          <a:bodyPr wrap="square" rtlCol="0">
            <a:spAutoFit/>
          </a:bodyPr>
          <a:lstStyle/>
          <a:p>
            <a:r>
              <a:rPr lang="en-US" sz="2800" smtClean="0">
                <a:latin typeface="Times New Roman" panose="02020603050405020304" pitchFamily="18" charset="0"/>
                <a:cs typeface="Times New Roman" panose="02020603050405020304" pitchFamily="18" charset="0"/>
              </a:rPr>
              <a:t># 3 Sơ đồ ngữ cảnh</a:t>
            </a:r>
            <a:endParaRPr lang="en-US" sz="280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2754489" y="1467556"/>
            <a:ext cx="7574843" cy="5057422"/>
          </a:xfrm>
          <a:prstGeom prst="rect">
            <a:avLst/>
          </a:prstGeom>
        </p:spPr>
      </p:pic>
    </p:spTree>
    <p:extLst>
      <p:ext uri="{BB962C8B-B14F-4D97-AF65-F5344CB8AC3E}">
        <p14:creationId xmlns:p14="http://schemas.microsoft.com/office/powerpoint/2010/main" val="121339372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13BB2C7B-DD0D-4448-A69C-F2404847FC32}"/>
              </a:ext>
            </a:extLst>
          </p:cNvPr>
          <p:cNvSpPr/>
          <p:nvPr/>
        </p:nvSpPr>
        <p:spPr>
          <a:xfrm rot="2700000">
            <a:off x="485691" y="366552"/>
            <a:ext cx="1157456" cy="1164891"/>
          </a:xfrm>
          <a:prstGeom prst="roundRect">
            <a:avLst/>
          </a:prstGeom>
          <a:solidFill>
            <a:schemeClr val="bg1"/>
          </a:solidFill>
          <a:ln w="508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99">
            <a:extLst>
              <a:ext uri="{FF2B5EF4-FFF2-40B4-BE49-F238E27FC236}">
                <a16:creationId xmlns:a16="http://schemas.microsoft.com/office/drawing/2014/main" id="{F441F343-AFFC-4871-886B-F322678113AC}"/>
              </a:ext>
            </a:extLst>
          </p:cNvPr>
          <p:cNvSpPr>
            <a:spLocks noEditPoints="1"/>
          </p:cNvSpPr>
          <p:nvPr/>
        </p:nvSpPr>
        <p:spPr bwMode="auto">
          <a:xfrm>
            <a:off x="858379" y="694131"/>
            <a:ext cx="462493" cy="459322"/>
          </a:xfrm>
          <a:custGeom>
            <a:avLst/>
            <a:gdLst/>
            <a:ahLst/>
            <a:cxnLst>
              <a:cxn ang="0">
                <a:pos x="24" y="36"/>
              </a:cxn>
              <a:cxn ang="0">
                <a:pos x="18" y="33"/>
              </a:cxn>
              <a:cxn ang="0">
                <a:pos x="9" y="50"/>
              </a:cxn>
              <a:cxn ang="0">
                <a:pos x="2" y="36"/>
              </a:cxn>
              <a:cxn ang="0">
                <a:pos x="1" y="32"/>
              </a:cxn>
              <a:cxn ang="0">
                <a:pos x="6" y="24"/>
              </a:cxn>
              <a:cxn ang="0">
                <a:pos x="0" y="21"/>
              </a:cxn>
              <a:cxn ang="0">
                <a:pos x="17" y="22"/>
              </a:cxn>
              <a:cxn ang="0">
                <a:pos x="24" y="36"/>
              </a:cxn>
              <a:cxn ang="0">
                <a:pos x="31" y="58"/>
              </a:cxn>
              <a:cxn ang="0">
                <a:pos x="31" y="59"/>
              </a:cxn>
              <a:cxn ang="0">
                <a:pos x="15" y="58"/>
              </a:cxn>
              <a:cxn ang="0">
                <a:pos x="11" y="54"/>
              </a:cxn>
              <a:cxn ang="0">
                <a:pos x="12" y="43"/>
              </a:cxn>
              <a:cxn ang="0">
                <a:pos x="31" y="44"/>
              </a:cxn>
              <a:cxn ang="0">
                <a:pos x="31" y="58"/>
              </a:cxn>
              <a:cxn ang="0">
                <a:pos x="24" y="23"/>
              </a:cxn>
              <a:cxn ang="0">
                <a:pos x="12" y="16"/>
              </a:cxn>
              <a:cxn ang="0">
                <a:pos x="11" y="15"/>
              </a:cxn>
              <a:cxn ang="0">
                <a:pos x="19" y="2"/>
              </a:cxn>
              <a:cxn ang="0">
                <a:pos x="25" y="0"/>
              </a:cxn>
              <a:cxn ang="0">
                <a:pos x="34" y="6"/>
              </a:cxn>
              <a:cxn ang="0">
                <a:pos x="24" y="23"/>
              </a:cxn>
              <a:cxn ang="0">
                <a:pos x="59" y="6"/>
              </a:cxn>
              <a:cxn ang="0">
                <a:pos x="50" y="20"/>
              </a:cxn>
              <a:cxn ang="0">
                <a:pos x="34" y="20"/>
              </a:cxn>
              <a:cxn ang="0">
                <a:pos x="40" y="16"/>
              </a:cxn>
              <a:cxn ang="0">
                <a:pos x="29" y="0"/>
              </a:cxn>
              <a:cxn ang="0">
                <a:pos x="45" y="0"/>
              </a:cxn>
              <a:cxn ang="0">
                <a:pos x="49" y="2"/>
              </a:cxn>
              <a:cxn ang="0">
                <a:pos x="53" y="9"/>
              </a:cxn>
              <a:cxn ang="0">
                <a:pos x="59" y="6"/>
              </a:cxn>
              <a:cxn ang="0">
                <a:pos x="56" y="55"/>
              </a:cxn>
              <a:cxn ang="0">
                <a:pos x="53" y="58"/>
              </a:cxn>
              <a:cxn ang="0">
                <a:pos x="44" y="58"/>
              </a:cxn>
              <a:cxn ang="0">
                <a:pos x="45" y="64"/>
              </a:cxn>
              <a:cxn ang="0">
                <a:pos x="36" y="51"/>
              </a:cxn>
              <a:cxn ang="0">
                <a:pos x="44" y="37"/>
              </a:cxn>
              <a:cxn ang="0">
                <a:pos x="44" y="43"/>
              </a:cxn>
              <a:cxn ang="0">
                <a:pos x="64" y="41"/>
              </a:cxn>
              <a:cxn ang="0">
                <a:pos x="56" y="55"/>
              </a:cxn>
              <a:cxn ang="0">
                <a:pos x="67" y="32"/>
              </a:cxn>
              <a:cxn ang="0">
                <a:pos x="66" y="38"/>
              </a:cxn>
              <a:cxn ang="0">
                <a:pos x="56" y="42"/>
              </a:cxn>
              <a:cxn ang="0">
                <a:pos x="46" y="26"/>
              </a:cxn>
              <a:cxn ang="0">
                <a:pos x="58" y="18"/>
              </a:cxn>
              <a:cxn ang="0">
                <a:pos x="59" y="18"/>
              </a:cxn>
              <a:cxn ang="0">
                <a:pos x="67" y="32"/>
              </a:cxn>
            </a:cxnLst>
            <a:rect l="0" t="0" r="r" b="b"/>
            <a:pathLst>
              <a:path w="68" h="64">
                <a:moveTo>
                  <a:pt x="24" y="36"/>
                </a:moveTo>
                <a:cubicBezTo>
                  <a:pt x="18" y="33"/>
                  <a:pt x="18" y="33"/>
                  <a:pt x="18" y="33"/>
                </a:cubicBezTo>
                <a:cubicBezTo>
                  <a:pt x="10" y="42"/>
                  <a:pt x="9" y="50"/>
                  <a:pt x="9" y="50"/>
                </a:cubicBezTo>
                <a:cubicBezTo>
                  <a:pt x="2" y="36"/>
                  <a:pt x="2" y="36"/>
                  <a:pt x="2" y="36"/>
                </a:cubicBezTo>
                <a:cubicBezTo>
                  <a:pt x="0" y="34"/>
                  <a:pt x="1" y="32"/>
                  <a:pt x="1" y="32"/>
                </a:cubicBezTo>
                <a:cubicBezTo>
                  <a:pt x="1" y="32"/>
                  <a:pt x="3" y="29"/>
                  <a:pt x="6" y="24"/>
                </a:cubicBezTo>
                <a:cubicBezTo>
                  <a:pt x="0" y="21"/>
                  <a:pt x="0" y="21"/>
                  <a:pt x="0" y="21"/>
                </a:cubicBezTo>
                <a:cubicBezTo>
                  <a:pt x="17" y="22"/>
                  <a:pt x="17" y="22"/>
                  <a:pt x="17" y="22"/>
                </a:cubicBezTo>
                <a:lnTo>
                  <a:pt x="24" y="36"/>
                </a:lnTo>
                <a:close/>
                <a:moveTo>
                  <a:pt x="31" y="58"/>
                </a:moveTo>
                <a:cubicBezTo>
                  <a:pt x="31" y="59"/>
                  <a:pt x="31" y="59"/>
                  <a:pt x="31" y="59"/>
                </a:cubicBezTo>
                <a:cubicBezTo>
                  <a:pt x="15" y="58"/>
                  <a:pt x="15" y="58"/>
                  <a:pt x="15" y="58"/>
                </a:cubicBezTo>
                <a:cubicBezTo>
                  <a:pt x="13" y="58"/>
                  <a:pt x="11" y="56"/>
                  <a:pt x="11" y="54"/>
                </a:cubicBezTo>
                <a:cubicBezTo>
                  <a:pt x="9" y="51"/>
                  <a:pt x="11" y="46"/>
                  <a:pt x="12" y="43"/>
                </a:cubicBezTo>
                <a:cubicBezTo>
                  <a:pt x="12" y="43"/>
                  <a:pt x="15" y="43"/>
                  <a:pt x="31" y="44"/>
                </a:cubicBezTo>
                <a:lnTo>
                  <a:pt x="31" y="58"/>
                </a:lnTo>
                <a:close/>
                <a:moveTo>
                  <a:pt x="24" y="23"/>
                </a:moveTo>
                <a:cubicBezTo>
                  <a:pt x="12" y="16"/>
                  <a:pt x="12" y="16"/>
                  <a:pt x="12" y="16"/>
                </a:cubicBezTo>
                <a:cubicBezTo>
                  <a:pt x="11" y="15"/>
                  <a:pt x="11" y="15"/>
                  <a:pt x="11" y="15"/>
                </a:cubicBezTo>
                <a:cubicBezTo>
                  <a:pt x="19" y="2"/>
                  <a:pt x="19" y="2"/>
                  <a:pt x="19" y="2"/>
                </a:cubicBezTo>
                <a:cubicBezTo>
                  <a:pt x="21" y="0"/>
                  <a:pt x="23" y="0"/>
                  <a:pt x="25" y="0"/>
                </a:cubicBezTo>
                <a:cubicBezTo>
                  <a:pt x="29" y="0"/>
                  <a:pt x="31" y="4"/>
                  <a:pt x="34" y="6"/>
                </a:cubicBezTo>
                <a:cubicBezTo>
                  <a:pt x="34" y="6"/>
                  <a:pt x="32" y="9"/>
                  <a:pt x="24" y="23"/>
                </a:cubicBezTo>
                <a:close/>
                <a:moveTo>
                  <a:pt x="59" y="6"/>
                </a:moveTo>
                <a:cubicBezTo>
                  <a:pt x="50" y="20"/>
                  <a:pt x="50" y="20"/>
                  <a:pt x="50" y="20"/>
                </a:cubicBezTo>
                <a:cubicBezTo>
                  <a:pt x="34" y="20"/>
                  <a:pt x="34" y="20"/>
                  <a:pt x="34" y="20"/>
                </a:cubicBezTo>
                <a:cubicBezTo>
                  <a:pt x="40" y="16"/>
                  <a:pt x="40" y="16"/>
                  <a:pt x="40" y="16"/>
                </a:cubicBezTo>
                <a:cubicBezTo>
                  <a:pt x="35" y="4"/>
                  <a:pt x="29" y="0"/>
                  <a:pt x="29" y="0"/>
                </a:cubicBezTo>
                <a:cubicBezTo>
                  <a:pt x="45" y="0"/>
                  <a:pt x="45" y="0"/>
                  <a:pt x="45" y="0"/>
                </a:cubicBezTo>
                <a:cubicBezTo>
                  <a:pt x="47" y="0"/>
                  <a:pt x="49" y="2"/>
                  <a:pt x="49" y="2"/>
                </a:cubicBezTo>
                <a:cubicBezTo>
                  <a:pt x="49" y="2"/>
                  <a:pt x="50" y="5"/>
                  <a:pt x="53" y="9"/>
                </a:cubicBezTo>
                <a:lnTo>
                  <a:pt x="59" y="6"/>
                </a:lnTo>
                <a:close/>
                <a:moveTo>
                  <a:pt x="56" y="55"/>
                </a:moveTo>
                <a:cubicBezTo>
                  <a:pt x="55" y="58"/>
                  <a:pt x="53" y="58"/>
                  <a:pt x="53" y="58"/>
                </a:cubicBezTo>
                <a:cubicBezTo>
                  <a:pt x="53" y="58"/>
                  <a:pt x="50" y="58"/>
                  <a:pt x="44" y="58"/>
                </a:cubicBezTo>
                <a:cubicBezTo>
                  <a:pt x="45" y="64"/>
                  <a:pt x="45" y="64"/>
                  <a:pt x="45" y="64"/>
                </a:cubicBezTo>
                <a:cubicBezTo>
                  <a:pt x="36" y="51"/>
                  <a:pt x="36" y="51"/>
                  <a:pt x="36" y="51"/>
                </a:cubicBezTo>
                <a:cubicBezTo>
                  <a:pt x="44" y="37"/>
                  <a:pt x="44" y="37"/>
                  <a:pt x="44" y="37"/>
                </a:cubicBezTo>
                <a:cubicBezTo>
                  <a:pt x="44" y="43"/>
                  <a:pt x="44" y="43"/>
                  <a:pt x="44" y="43"/>
                </a:cubicBezTo>
                <a:cubicBezTo>
                  <a:pt x="57" y="45"/>
                  <a:pt x="64" y="41"/>
                  <a:pt x="64" y="41"/>
                </a:cubicBezTo>
                <a:lnTo>
                  <a:pt x="56" y="55"/>
                </a:lnTo>
                <a:close/>
                <a:moveTo>
                  <a:pt x="67" y="32"/>
                </a:moveTo>
                <a:cubicBezTo>
                  <a:pt x="68" y="34"/>
                  <a:pt x="67" y="36"/>
                  <a:pt x="66" y="38"/>
                </a:cubicBezTo>
                <a:cubicBezTo>
                  <a:pt x="64" y="41"/>
                  <a:pt x="59" y="41"/>
                  <a:pt x="56" y="42"/>
                </a:cubicBezTo>
                <a:cubicBezTo>
                  <a:pt x="56" y="42"/>
                  <a:pt x="55" y="40"/>
                  <a:pt x="46" y="26"/>
                </a:cubicBezTo>
                <a:cubicBezTo>
                  <a:pt x="58" y="18"/>
                  <a:pt x="58" y="18"/>
                  <a:pt x="58" y="18"/>
                </a:cubicBezTo>
                <a:cubicBezTo>
                  <a:pt x="59" y="18"/>
                  <a:pt x="59" y="18"/>
                  <a:pt x="59" y="18"/>
                </a:cubicBezTo>
                <a:lnTo>
                  <a:pt x="67" y="32"/>
                </a:lnTo>
                <a:close/>
              </a:path>
            </a:pathLst>
          </a:custGeom>
          <a:solidFill>
            <a:schemeClr val="tx1"/>
          </a:solidFill>
          <a:ln w="9525">
            <a:noFill/>
            <a:round/>
            <a:headEnd/>
            <a:tailEnd/>
          </a:ln>
        </p:spPr>
        <p:txBody>
          <a:bodyPr vert="horz" wrap="square" lIns="91440" tIns="45720" rIns="91440" bIns="45720" numCol="1" anchor="t" anchorCtr="0" compatLnSpc="1">
            <a:prstTxWarp prst="textNoShape">
              <a:avLst/>
            </a:prstTxWarp>
          </a:bodyPr>
          <a:lstStyle/>
          <a:p>
            <a:endParaRPr lang="en-US" dirty="0"/>
          </a:p>
        </p:txBody>
      </p:sp>
      <p:sp>
        <p:nvSpPr>
          <p:cNvPr id="6" name="TextBox 5"/>
          <p:cNvSpPr txBox="1"/>
          <p:nvPr/>
        </p:nvSpPr>
        <p:spPr>
          <a:xfrm>
            <a:off x="1885492" y="694131"/>
            <a:ext cx="6976286" cy="523220"/>
          </a:xfrm>
          <a:prstGeom prst="rect">
            <a:avLst/>
          </a:prstGeom>
          <a:noFill/>
        </p:spPr>
        <p:txBody>
          <a:bodyPr wrap="square" rtlCol="0">
            <a:spAutoFit/>
          </a:bodyPr>
          <a:lstStyle/>
          <a:p>
            <a:r>
              <a:rPr lang="en-US" sz="2800" smtClean="0">
                <a:latin typeface="Times New Roman" panose="02020603050405020304" pitchFamily="18" charset="0"/>
                <a:cs typeface="Times New Roman" panose="02020603050405020304" pitchFamily="18" charset="0"/>
              </a:rPr>
              <a:t># 3 Biểu đồ phân rã chức năng</a:t>
            </a:r>
            <a:endParaRPr lang="en-US" sz="2800">
              <a:latin typeface="Times New Roman" panose="02020603050405020304" pitchFamily="18" charset="0"/>
              <a:cs typeface="Times New Roman" panose="02020603050405020304" pitchFamily="18" charset="0"/>
            </a:endParaRPr>
          </a:p>
        </p:txBody>
      </p:sp>
      <p:pic>
        <p:nvPicPr>
          <p:cNvPr id="7" name="Picture 6"/>
          <p:cNvPicPr/>
          <p:nvPr/>
        </p:nvPicPr>
        <p:blipFill>
          <a:blip r:embed="rId2">
            <a:extLst>
              <a:ext uri="{28A0092B-C50C-407E-A947-70E740481C1C}">
                <a14:useLocalDpi xmlns:a14="http://schemas.microsoft.com/office/drawing/2010/main" val="0"/>
              </a:ext>
            </a:extLst>
          </a:blip>
          <a:stretch>
            <a:fillRect/>
          </a:stretch>
        </p:blipFill>
        <p:spPr>
          <a:xfrm>
            <a:off x="1603023" y="2063855"/>
            <a:ext cx="9313333" cy="3678555"/>
          </a:xfrm>
          <a:prstGeom prst="rect">
            <a:avLst/>
          </a:prstGeom>
        </p:spPr>
      </p:pic>
    </p:spTree>
    <p:extLst>
      <p:ext uri="{BB962C8B-B14F-4D97-AF65-F5344CB8AC3E}">
        <p14:creationId xmlns:p14="http://schemas.microsoft.com/office/powerpoint/2010/main" val="403435568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a:extLst>
              <a:ext uri="{FF2B5EF4-FFF2-40B4-BE49-F238E27FC236}">
                <a16:creationId xmlns:a16="http://schemas.microsoft.com/office/drawing/2014/main" id="{28C43F33-8F55-4299-AC94-91FF1F85607A}"/>
              </a:ext>
            </a:extLst>
          </p:cNvPr>
          <p:cNvSpPr/>
          <p:nvPr/>
        </p:nvSpPr>
        <p:spPr>
          <a:xfrm rot="2700000">
            <a:off x="357032" y="405942"/>
            <a:ext cx="1260598" cy="1276560"/>
          </a:xfrm>
          <a:prstGeom prst="roundRect">
            <a:avLst/>
          </a:prstGeom>
          <a:solidFill>
            <a:schemeClr val="bg1"/>
          </a:solidFill>
          <a:ln w="50800">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135">
            <a:extLst>
              <a:ext uri="{FF2B5EF4-FFF2-40B4-BE49-F238E27FC236}">
                <a16:creationId xmlns:a16="http://schemas.microsoft.com/office/drawing/2014/main" id="{FC704F00-6A57-4EA8-9BB2-926879EE00A6}"/>
              </a:ext>
            </a:extLst>
          </p:cNvPr>
          <p:cNvSpPr>
            <a:spLocks noEditPoints="1"/>
          </p:cNvSpPr>
          <p:nvPr/>
        </p:nvSpPr>
        <p:spPr bwMode="auto">
          <a:xfrm>
            <a:off x="747596" y="768488"/>
            <a:ext cx="530692" cy="490887"/>
          </a:xfrm>
          <a:custGeom>
            <a:avLst/>
            <a:gdLst/>
            <a:ahLst/>
            <a:cxnLst>
              <a:cxn ang="0">
                <a:pos x="13" y="39"/>
              </a:cxn>
              <a:cxn ang="0">
                <a:pos x="8" y="39"/>
              </a:cxn>
              <a:cxn ang="0">
                <a:pos x="0" y="33"/>
              </a:cxn>
              <a:cxn ang="0">
                <a:pos x="5" y="19"/>
              </a:cxn>
              <a:cxn ang="0">
                <a:pos x="15" y="22"/>
              </a:cxn>
              <a:cxn ang="0">
                <a:pos x="20" y="21"/>
              </a:cxn>
              <a:cxn ang="0">
                <a:pos x="20" y="24"/>
              </a:cxn>
              <a:cxn ang="0">
                <a:pos x="23" y="34"/>
              </a:cxn>
              <a:cxn ang="0">
                <a:pos x="13" y="39"/>
              </a:cxn>
              <a:cxn ang="0">
                <a:pos x="15" y="19"/>
              </a:cxn>
              <a:cxn ang="0">
                <a:pos x="5" y="9"/>
              </a:cxn>
              <a:cxn ang="0">
                <a:pos x="15" y="0"/>
              </a:cxn>
              <a:cxn ang="0">
                <a:pos x="25" y="9"/>
              </a:cxn>
              <a:cxn ang="0">
                <a:pos x="15" y="19"/>
              </a:cxn>
              <a:cxn ang="0">
                <a:pos x="53" y="68"/>
              </a:cxn>
              <a:cxn ang="0">
                <a:pos x="20" y="68"/>
              </a:cxn>
              <a:cxn ang="0">
                <a:pos x="10" y="58"/>
              </a:cxn>
              <a:cxn ang="0">
                <a:pos x="23" y="36"/>
              </a:cxn>
              <a:cxn ang="0">
                <a:pos x="37" y="41"/>
              </a:cxn>
              <a:cxn ang="0">
                <a:pos x="50" y="36"/>
              </a:cxn>
              <a:cxn ang="0">
                <a:pos x="64" y="58"/>
              </a:cxn>
              <a:cxn ang="0">
                <a:pos x="53" y="68"/>
              </a:cxn>
              <a:cxn ang="0">
                <a:pos x="37" y="39"/>
              </a:cxn>
              <a:cxn ang="0">
                <a:pos x="22" y="24"/>
              </a:cxn>
              <a:cxn ang="0">
                <a:pos x="37" y="9"/>
              </a:cxn>
              <a:cxn ang="0">
                <a:pos x="51" y="24"/>
              </a:cxn>
              <a:cxn ang="0">
                <a:pos x="37" y="39"/>
              </a:cxn>
              <a:cxn ang="0">
                <a:pos x="59" y="19"/>
              </a:cxn>
              <a:cxn ang="0">
                <a:pos x="49" y="9"/>
              </a:cxn>
              <a:cxn ang="0">
                <a:pos x="59" y="0"/>
              </a:cxn>
              <a:cxn ang="0">
                <a:pos x="68" y="9"/>
              </a:cxn>
              <a:cxn ang="0">
                <a:pos x="59" y="19"/>
              </a:cxn>
              <a:cxn ang="0">
                <a:pos x="66" y="39"/>
              </a:cxn>
              <a:cxn ang="0">
                <a:pos x="61" y="39"/>
              </a:cxn>
              <a:cxn ang="0">
                <a:pos x="51" y="34"/>
              </a:cxn>
              <a:cxn ang="0">
                <a:pos x="54" y="24"/>
              </a:cxn>
              <a:cxn ang="0">
                <a:pos x="54" y="21"/>
              </a:cxn>
              <a:cxn ang="0">
                <a:pos x="59" y="22"/>
              </a:cxn>
              <a:cxn ang="0">
                <a:pos x="69" y="19"/>
              </a:cxn>
              <a:cxn ang="0">
                <a:pos x="73" y="33"/>
              </a:cxn>
              <a:cxn ang="0">
                <a:pos x="66" y="39"/>
              </a:cxn>
            </a:cxnLst>
            <a:rect l="0" t="0" r="r" b="b"/>
            <a:pathLst>
              <a:path w="73" h="68">
                <a:moveTo>
                  <a:pt x="13" y="39"/>
                </a:moveTo>
                <a:cubicBezTo>
                  <a:pt x="8" y="39"/>
                  <a:pt x="8" y="39"/>
                  <a:pt x="8" y="39"/>
                </a:cubicBezTo>
                <a:cubicBezTo>
                  <a:pt x="4" y="39"/>
                  <a:pt x="0" y="37"/>
                  <a:pt x="0" y="33"/>
                </a:cubicBezTo>
                <a:cubicBezTo>
                  <a:pt x="0" y="29"/>
                  <a:pt x="0" y="19"/>
                  <a:pt x="5" y="19"/>
                </a:cubicBezTo>
                <a:cubicBezTo>
                  <a:pt x="6" y="19"/>
                  <a:pt x="10" y="22"/>
                  <a:pt x="15" y="22"/>
                </a:cubicBezTo>
                <a:cubicBezTo>
                  <a:pt x="17" y="22"/>
                  <a:pt x="18" y="22"/>
                  <a:pt x="20" y="21"/>
                </a:cubicBezTo>
                <a:cubicBezTo>
                  <a:pt x="20" y="22"/>
                  <a:pt x="20" y="23"/>
                  <a:pt x="20" y="24"/>
                </a:cubicBezTo>
                <a:cubicBezTo>
                  <a:pt x="20" y="27"/>
                  <a:pt x="21" y="31"/>
                  <a:pt x="23" y="34"/>
                </a:cubicBezTo>
                <a:cubicBezTo>
                  <a:pt x="19" y="34"/>
                  <a:pt x="15" y="36"/>
                  <a:pt x="13" y="39"/>
                </a:cubicBezTo>
                <a:close/>
                <a:moveTo>
                  <a:pt x="15" y="19"/>
                </a:moveTo>
                <a:cubicBezTo>
                  <a:pt x="10" y="19"/>
                  <a:pt x="5" y="15"/>
                  <a:pt x="5" y="9"/>
                </a:cubicBezTo>
                <a:cubicBezTo>
                  <a:pt x="5" y="4"/>
                  <a:pt x="10" y="0"/>
                  <a:pt x="15" y="0"/>
                </a:cubicBezTo>
                <a:cubicBezTo>
                  <a:pt x="20" y="0"/>
                  <a:pt x="25" y="4"/>
                  <a:pt x="25" y="9"/>
                </a:cubicBezTo>
                <a:cubicBezTo>
                  <a:pt x="25" y="15"/>
                  <a:pt x="20" y="19"/>
                  <a:pt x="15" y="19"/>
                </a:cubicBezTo>
                <a:close/>
                <a:moveTo>
                  <a:pt x="53" y="68"/>
                </a:moveTo>
                <a:cubicBezTo>
                  <a:pt x="20" y="68"/>
                  <a:pt x="20" y="68"/>
                  <a:pt x="20" y="68"/>
                </a:cubicBezTo>
                <a:cubicBezTo>
                  <a:pt x="14" y="68"/>
                  <a:pt x="10" y="64"/>
                  <a:pt x="10" y="58"/>
                </a:cubicBezTo>
                <a:cubicBezTo>
                  <a:pt x="10" y="49"/>
                  <a:pt x="12" y="36"/>
                  <a:pt x="23" y="36"/>
                </a:cubicBezTo>
                <a:cubicBezTo>
                  <a:pt x="25" y="36"/>
                  <a:pt x="29" y="41"/>
                  <a:pt x="37" y="41"/>
                </a:cubicBezTo>
                <a:cubicBezTo>
                  <a:pt x="44" y="41"/>
                  <a:pt x="49" y="36"/>
                  <a:pt x="50" y="36"/>
                </a:cubicBezTo>
                <a:cubicBezTo>
                  <a:pt x="62" y="36"/>
                  <a:pt x="64" y="49"/>
                  <a:pt x="64" y="58"/>
                </a:cubicBezTo>
                <a:cubicBezTo>
                  <a:pt x="64" y="64"/>
                  <a:pt x="60" y="68"/>
                  <a:pt x="53" y="68"/>
                </a:cubicBezTo>
                <a:close/>
                <a:moveTo>
                  <a:pt x="37" y="39"/>
                </a:moveTo>
                <a:cubicBezTo>
                  <a:pt x="29" y="39"/>
                  <a:pt x="22" y="32"/>
                  <a:pt x="22" y="24"/>
                </a:cubicBezTo>
                <a:cubicBezTo>
                  <a:pt x="22" y="16"/>
                  <a:pt x="29" y="9"/>
                  <a:pt x="37" y="9"/>
                </a:cubicBezTo>
                <a:cubicBezTo>
                  <a:pt x="45" y="9"/>
                  <a:pt x="51" y="16"/>
                  <a:pt x="51" y="24"/>
                </a:cubicBezTo>
                <a:cubicBezTo>
                  <a:pt x="51" y="32"/>
                  <a:pt x="45" y="39"/>
                  <a:pt x="37" y="39"/>
                </a:cubicBezTo>
                <a:close/>
                <a:moveTo>
                  <a:pt x="59" y="19"/>
                </a:moveTo>
                <a:cubicBezTo>
                  <a:pt x="53" y="19"/>
                  <a:pt x="49" y="15"/>
                  <a:pt x="49" y="9"/>
                </a:cubicBezTo>
                <a:cubicBezTo>
                  <a:pt x="49" y="4"/>
                  <a:pt x="53" y="0"/>
                  <a:pt x="59" y="0"/>
                </a:cubicBezTo>
                <a:cubicBezTo>
                  <a:pt x="64" y="0"/>
                  <a:pt x="68" y="4"/>
                  <a:pt x="68" y="9"/>
                </a:cubicBezTo>
                <a:cubicBezTo>
                  <a:pt x="68" y="15"/>
                  <a:pt x="64" y="19"/>
                  <a:pt x="59" y="19"/>
                </a:cubicBezTo>
                <a:close/>
                <a:moveTo>
                  <a:pt x="66" y="39"/>
                </a:moveTo>
                <a:cubicBezTo>
                  <a:pt x="61" y="39"/>
                  <a:pt x="61" y="39"/>
                  <a:pt x="61" y="39"/>
                </a:cubicBezTo>
                <a:cubicBezTo>
                  <a:pt x="58" y="36"/>
                  <a:pt x="55" y="34"/>
                  <a:pt x="51" y="34"/>
                </a:cubicBezTo>
                <a:cubicBezTo>
                  <a:pt x="53" y="31"/>
                  <a:pt x="54" y="27"/>
                  <a:pt x="54" y="24"/>
                </a:cubicBezTo>
                <a:cubicBezTo>
                  <a:pt x="54" y="23"/>
                  <a:pt x="54" y="22"/>
                  <a:pt x="54" y="21"/>
                </a:cubicBezTo>
                <a:cubicBezTo>
                  <a:pt x="55" y="22"/>
                  <a:pt x="57" y="22"/>
                  <a:pt x="59" y="22"/>
                </a:cubicBezTo>
                <a:cubicBezTo>
                  <a:pt x="64" y="22"/>
                  <a:pt x="68" y="19"/>
                  <a:pt x="69" y="19"/>
                </a:cubicBezTo>
                <a:cubicBezTo>
                  <a:pt x="73" y="19"/>
                  <a:pt x="73" y="29"/>
                  <a:pt x="73" y="33"/>
                </a:cubicBezTo>
                <a:cubicBezTo>
                  <a:pt x="73" y="37"/>
                  <a:pt x="70" y="39"/>
                  <a:pt x="66" y="39"/>
                </a:cubicBezTo>
                <a:close/>
              </a:path>
            </a:pathLst>
          </a:custGeom>
          <a:solidFill>
            <a:schemeClr val="accent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1935574" y="752321"/>
            <a:ext cx="2483555" cy="523220"/>
          </a:xfrm>
          <a:prstGeom prst="rect">
            <a:avLst/>
          </a:prstGeom>
          <a:noFill/>
        </p:spPr>
        <p:txBody>
          <a:bodyPr wrap="square" rtlCol="0">
            <a:spAutoFit/>
          </a:bodyPr>
          <a:lstStyle/>
          <a:p>
            <a:r>
              <a:rPr lang="en-US" sz="2800" b="1" smtClean="0">
                <a:solidFill>
                  <a:srgbClr val="FFC000"/>
                </a:solidFill>
                <a:latin typeface="Times New Roman" panose="02020603050405020304" pitchFamily="18" charset="0"/>
                <a:cs typeface="Times New Roman" panose="02020603050405020304" pitchFamily="18" charset="0"/>
              </a:rPr>
              <a:t># 4 Triển khai </a:t>
            </a:r>
            <a:endParaRPr lang="en-US" sz="2800" b="1">
              <a:solidFill>
                <a:srgbClr val="FFC000"/>
              </a:solidFill>
              <a:latin typeface="Times New Roman" panose="02020603050405020304" pitchFamily="18" charset="0"/>
              <a:cs typeface="Times New Roman" panose="02020603050405020304" pitchFamily="18" charset="0"/>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53410" y="1455821"/>
            <a:ext cx="8468646" cy="5446889"/>
          </a:xfrm>
          <a:prstGeom prst="rect">
            <a:avLst/>
          </a:prstGeom>
        </p:spPr>
      </p:pic>
      <p:sp>
        <p:nvSpPr>
          <p:cNvPr id="6" name="TextBox 5"/>
          <p:cNvSpPr txBox="1"/>
          <p:nvPr/>
        </p:nvSpPr>
        <p:spPr>
          <a:xfrm>
            <a:off x="747596" y="2562530"/>
            <a:ext cx="928332" cy="2677656"/>
          </a:xfrm>
          <a:prstGeom prst="rect">
            <a:avLst/>
          </a:prstGeom>
          <a:noFill/>
        </p:spPr>
        <p:txBody>
          <a:bodyPr wrap="square" rtlCol="0">
            <a:spAutoFit/>
          </a:bodyPr>
          <a:lstStyle/>
          <a:p>
            <a:r>
              <a:rPr lang="en-US" sz="2400" smtClean="0">
                <a:solidFill>
                  <a:srgbClr val="FF0000"/>
                </a:solidFill>
                <a:latin typeface="Times New Roman" panose="02020603050405020304" pitchFamily="18" charset="0"/>
                <a:cs typeface="Times New Roman" panose="02020603050405020304" pitchFamily="18" charset="0"/>
              </a:rPr>
              <a:t>Quy trình chấm công chuẩn của Fast</a:t>
            </a:r>
            <a:endParaRPr lang="en-US" sz="24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481296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310" y="328597"/>
            <a:ext cx="10058400" cy="6393936"/>
          </a:xfrm>
          <a:prstGeom prst="rect">
            <a:avLst/>
          </a:prstGeom>
        </p:spPr>
      </p:pic>
      <p:sp>
        <p:nvSpPr>
          <p:cNvPr id="7" name="TextBox 6"/>
          <p:cNvSpPr txBox="1"/>
          <p:nvPr/>
        </p:nvSpPr>
        <p:spPr>
          <a:xfrm>
            <a:off x="90311" y="2607733"/>
            <a:ext cx="1873956" cy="1815882"/>
          </a:xfrm>
          <a:prstGeom prst="rect">
            <a:avLst/>
          </a:prstGeom>
          <a:noFill/>
        </p:spPr>
        <p:txBody>
          <a:bodyPr wrap="square" rtlCol="0">
            <a:spAutoFit/>
          </a:bodyPr>
          <a:lstStyle/>
          <a:p>
            <a:r>
              <a:rPr lang="en-US" sz="2800" smtClean="0">
                <a:solidFill>
                  <a:srgbClr val="FF0000"/>
                </a:solidFill>
                <a:latin typeface="Times New Roman" panose="02020603050405020304" pitchFamily="18" charset="0"/>
                <a:cs typeface="Times New Roman" panose="02020603050405020304" pitchFamily="18" charset="0"/>
              </a:rPr>
              <a:t>Quy trình chấm công của công ty Quicornac </a:t>
            </a:r>
            <a:endParaRPr lang="en-US" sz="28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330981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2933136" y="473356"/>
            <a:ext cx="6436642" cy="5419443"/>
          </a:xfrm>
          <a:prstGeom prst="rect">
            <a:avLst/>
          </a:prstGeom>
        </p:spPr>
      </p:pic>
      <p:sp>
        <p:nvSpPr>
          <p:cNvPr id="3" name="TextBox 2"/>
          <p:cNvSpPr txBox="1"/>
          <p:nvPr/>
        </p:nvSpPr>
        <p:spPr>
          <a:xfrm>
            <a:off x="2607733" y="6039555"/>
            <a:ext cx="7484534" cy="523220"/>
          </a:xfrm>
          <a:prstGeom prst="rect">
            <a:avLst/>
          </a:prstGeom>
          <a:noFill/>
        </p:spPr>
        <p:txBody>
          <a:bodyPr wrap="square" rtlCol="0">
            <a:spAutoFit/>
          </a:bodyPr>
          <a:lstStyle/>
          <a:p>
            <a:pPr algn="ctr"/>
            <a:r>
              <a:rPr lang="en-US" sz="2800" smtClean="0">
                <a:solidFill>
                  <a:srgbClr val="FF0000"/>
                </a:solidFill>
                <a:latin typeface="Times New Roman" panose="02020603050405020304" pitchFamily="18" charset="0"/>
                <a:cs typeface="Times New Roman" panose="02020603050405020304" pitchFamily="18" charset="0"/>
              </a:rPr>
              <a:t>Quy trình tính lương chuẩn của Fast</a:t>
            </a:r>
            <a:endParaRPr lang="en-US" sz="28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0018734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extLst>
              <a:ext uri="{28A0092B-C50C-407E-A947-70E740481C1C}">
                <a14:useLocalDpi xmlns:a14="http://schemas.microsoft.com/office/drawing/2010/main" val="0"/>
              </a:ext>
            </a:extLst>
          </a:blip>
          <a:stretch>
            <a:fillRect/>
          </a:stretch>
        </p:blipFill>
        <p:spPr>
          <a:xfrm>
            <a:off x="2854113" y="372533"/>
            <a:ext cx="6515665" cy="5700890"/>
          </a:xfrm>
          <a:prstGeom prst="rect">
            <a:avLst/>
          </a:prstGeom>
        </p:spPr>
      </p:pic>
      <p:sp>
        <p:nvSpPr>
          <p:cNvPr id="3" name="TextBox 2"/>
          <p:cNvSpPr txBox="1"/>
          <p:nvPr/>
        </p:nvSpPr>
        <p:spPr>
          <a:xfrm>
            <a:off x="2607733" y="6039555"/>
            <a:ext cx="7484534" cy="523220"/>
          </a:xfrm>
          <a:prstGeom prst="rect">
            <a:avLst/>
          </a:prstGeom>
          <a:noFill/>
        </p:spPr>
        <p:txBody>
          <a:bodyPr wrap="square" rtlCol="0">
            <a:spAutoFit/>
          </a:bodyPr>
          <a:lstStyle/>
          <a:p>
            <a:pPr algn="ctr"/>
            <a:r>
              <a:rPr lang="en-US" sz="2800" smtClean="0">
                <a:solidFill>
                  <a:srgbClr val="FF0000"/>
                </a:solidFill>
                <a:latin typeface="Times New Roman" panose="02020603050405020304" pitchFamily="18" charset="0"/>
                <a:cs typeface="Times New Roman" panose="02020603050405020304" pitchFamily="18" charset="0"/>
              </a:rPr>
              <a:t>Quy trình tính lương chuẩn của Quicornac</a:t>
            </a:r>
            <a:endParaRPr lang="en-US" sz="2800">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853200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5778" y="383822"/>
            <a:ext cx="3826933" cy="523220"/>
          </a:xfrm>
          <a:prstGeom prst="rect">
            <a:avLst/>
          </a:prstGeom>
          <a:noFill/>
        </p:spPr>
        <p:txBody>
          <a:bodyPr wrap="square" rtlCol="0">
            <a:spAutoFit/>
          </a:bodyPr>
          <a:lstStyle/>
          <a:p>
            <a:r>
              <a:rPr lang="en-US" sz="2800" smtClean="0">
                <a:solidFill>
                  <a:schemeClr val="accent4"/>
                </a:solidFill>
                <a:latin typeface="Times New Roman" panose="02020603050405020304" pitchFamily="18" charset="0"/>
                <a:cs typeface="Times New Roman" panose="02020603050405020304" pitchFamily="18" charset="0"/>
              </a:rPr>
              <a:t># Lập trình chỉnh sửa</a:t>
            </a:r>
            <a:endParaRPr lang="en-US" sz="2800">
              <a:solidFill>
                <a:schemeClr val="accent4"/>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5776" y="1117601"/>
            <a:ext cx="5599289" cy="400110"/>
          </a:xfrm>
          <a:prstGeom prst="rect">
            <a:avLst/>
          </a:prstGeom>
          <a:noFill/>
        </p:spPr>
        <p:txBody>
          <a:bodyPr wrap="square" rtlCol="0">
            <a:spAutoFit/>
          </a:bodyPr>
          <a:lstStyle/>
          <a:p>
            <a:r>
              <a:rPr lang="en-US" sz="2000" smtClean="0">
                <a:latin typeface="Times New Roman" panose="02020603050405020304" pitchFamily="18" charset="0"/>
                <a:cs typeface="Times New Roman" panose="02020603050405020304" pitchFamily="18" charset="0"/>
              </a:rPr>
              <a:t>Thêm mới danh sách nhân viên tăng ca sai quy định </a:t>
            </a:r>
            <a:endParaRPr lang="en-US" sz="2000">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H="1">
            <a:off x="5926667" y="645432"/>
            <a:ext cx="33866" cy="6212568"/>
          </a:xfrm>
          <a:prstGeom prst="line">
            <a:avLst/>
          </a:prstGeom>
          <a:ln w="28575"/>
        </p:spPr>
        <p:style>
          <a:lnRef idx="1">
            <a:schemeClr val="accent1"/>
          </a:lnRef>
          <a:fillRef idx="0">
            <a:schemeClr val="accent1"/>
          </a:fillRef>
          <a:effectRef idx="0">
            <a:schemeClr val="accent1"/>
          </a:effectRef>
          <a:fontRef idx="minor">
            <a:schemeClr val="tx1"/>
          </a:fontRef>
        </p:style>
      </p:cxnSp>
      <p:pic>
        <p:nvPicPr>
          <p:cNvPr id="6" name="Picture 5"/>
          <p:cNvPicPr/>
          <p:nvPr/>
        </p:nvPicPr>
        <p:blipFill>
          <a:blip r:embed="rId2"/>
          <a:stretch>
            <a:fillRect/>
          </a:stretch>
        </p:blipFill>
        <p:spPr>
          <a:xfrm>
            <a:off x="1152595" y="1728270"/>
            <a:ext cx="3474720" cy="4671060"/>
          </a:xfrm>
          <a:prstGeom prst="rect">
            <a:avLst/>
          </a:prstGeom>
        </p:spPr>
      </p:pic>
      <p:sp>
        <p:nvSpPr>
          <p:cNvPr id="8" name="TextBox 7"/>
          <p:cNvSpPr txBox="1"/>
          <p:nvPr/>
        </p:nvSpPr>
        <p:spPr>
          <a:xfrm>
            <a:off x="6169376" y="1117601"/>
            <a:ext cx="5599289" cy="400110"/>
          </a:xfrm>
          <a:prstGeom prst="rect">
            <a:avLst/>
          </a:prstGeom>
          <a:noFill/>
        </p:spPr>
        <p:txBody>
          <a:bodyPr wrap="square" rtlCol="0">
            <a:spAutoFit/>
          </a:bodyPr>
          <a:lstStyle/>
          <a:p>
            <a:r>
              <a:rPr lang="en-US" sz="2000" smtClean="0">
                <a:latin typeface="Times New Roman" panose="02020603050405020304" pitchFamily="18" charset="0"/>
                <a:cs typeface="Times New Roman" panose="02020603050405020304" pitchFamily="18" charset="0"/>
              </a:rPr>
              <a:t>Thêm mới khai báo chặn đăng ký OT sai quy định</a:t>
            </a:r>
            <a:endParaRPr lang="en-US" sz="2000">
              <a:latin typeface="Times New Roman" panose="02020603050405020304" pitchFamily="18" charset="0"/>
              <a:cs typeface="Times New Roman" panose="02020603050405020304" pitchFamily="18" charset="0"/>
            </a:endParaRPr>
          </a:p>
        </p:txBody>
      </p:sp>
      <p:pic>
        <p:nvPicPr>
          <p:cNvPr id="9" name="Picture 8"/>
          <p:cNvPicPr/>
          <p:nvPr/>
        </p:nvPicPr>
        <p:blipFill>
          <a:blip r:embed="rId3"/>
          <a:stretch>
            <a:fillRect/>
          </a:stretch>
        </p:blipFill>
        <p:spPr>
          <a:xfrm>
            <a:off x="7242949" y="1812090"/>
            <a:ext cx="3492783" cy="4712888"/>
          </a:xfrm>
          <a:prstGeom prst="rect">
            <a:avLst/>
          </a:prstGeom>
        </p:spPr>
      </p:pic>
    </p:spTree>
    <p:extLst>
      <p:ext uri="{BB962C8B-B14F-4D97-AF65-F5344CB8AC3E}">
        <p14:creationId xmlns:p14="http://schemas.microsoft.com/office/powerpoint/2010/main" val="31394234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5778" y="383822"/>
            <a:ext cx="3826933" cy="523220"/>
          </a:xfrm>
          <a:prstGeom prst="rect">
            <a:avLst/>
          </a:prstGeom>
          <a:noFill/>
        </p:spPr>
        <p:txBody>
          <a:bodyPr wrap="square" rtlCol="0">
            <a:spAutoFit/>
          </a:bodyPr>
          <a:lstStyle/>
          <a:p>
            <a:r>
              <a:rPr lang="en-US" sz="2800" smtClean="0">
                <a:solidFill>
                  <a:schemeClr val="accent4"/>
                </a:solidFill>
                <a:latin typeface="Times New Roman" panose="02020603050405020304" pitchFamily="18" charset="0"/>
                <a:cs typeface="Times New Roman" panose="02020603050405020304" pitchFamily="18" charset="0"/>
              </a:rPr>
              <a:t># Lập trình chỉnh sửa</a:t>
            </a:r>
            <a:endParaRPr lang="en-US" sz="2800">
              <a:solidFill>
                <a:schemeClr val="accent4"/>
              </a:solidFill>
              <a:latin typeface="Times New Roman" panose="02020603050405020304" pitchFamily="18" charset="0"/>
              <a:cs typeface="Times New Roman" panose="02020603050405020304" pitchFamily="18" charset="0"/>
            </a:endParaRPr>
          </a:p>
        </p:txBody>
      </p:sp>
      <p:sp>
        <p:nvSpPr>
          <p:cNvPr id="3" name="TextBox 2"/>
          <p:cNvSpPr txBox="1"/>
          <p:nvPr/>
        </p:nvSpPr>
        <p:spPr>
          <a:xfrm>
            <a:off x="225776" y="1117601"/>
            <a:ext cx="5599289" cy="400110"/>
          </a:xfrm>
          <a:prstGeom prst="rect">
            <a:avLst/>
          </a:prstGeom>
          <a:noFill/>
        </p:spPr>
        <p:txBody>
          <a:bodyPr wrap="square" rtlCol="0">
            <a:spAutoFit/>
          </a:bodyPr>
          <a:lstStyle/>
          <a:p>
            <a:r>
              <a:rPr lang="en-US" sz="2000" smtClean="0">
                <a:latin typeface="Times New Roman" panose="02020603050405020304" pitchFamily="18" charset="0"/>
                <a:cs typeface="Times New Roman" panose="02020603050405020304" pitchFamily="18" charset="0"/>
              </a:rPr>
              <a:t>Thêm mới báo cáo trích lương tháng 13</a:t>
            </a:r>
            <a:endParaRPr lang="en-US" sz="2000">
              <a:latin typeface="Times New Roman" panose="02020603050405020304" pitchFamily="18" charset="0"/>
              <a:cs typeface="Times New Roman" panose="02020603050405020304" pitchFamily="18" charset="0"/>
            </a:endParaRPr>
          </a:p>
        </p:txBody>
      </p:sp>
      <p:cxnSp>
        <p:nvCxnSpPr>
          <p:cNvPr id="5" name="Straight Connector 4"/>
          <p:cNvCxnSpPr/>
          <p:nvPr/>
        </p:nvCxnSpPr>
        <p:spPr>
          <a:xfrm flipH="1">
            <a:off x="5926667" y="645432"/>
            <a:ext cx="33866" cy="6212568"/>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169376" y="1117601"/>
            <a:ext cx="5599289" cy="400110"/>
          </a:xfrm>
          <a:prstGeom prst="rect">
            <a:avLst/>
          </a:prstGeom>
          <a:noFill/>
        </p:spPr>
        <p:txBody>
          <a:bodyPr wrap="square" rtlCol="0">
            <a:spAutoFit/>
          </a:bodyPr>
          <a:lstStyle/>
          <a:p>
            <a:pPr algn="ctr"/>
            <a:r>
              <a:rPr lang="en-US" sz="2000" smtClean="0">
                <a:latin typeface="Times New Roman" panose="02020603050405020304" pitchFamily="18" charset="0"/>
                <a:cs typeface="Times New Roman" panose="02020603050405020304" pitchFamily="18" charset="0"/>
              </a:rPr>
              <a:t>Thêm mới Gửi Email</a:t>
            </a:r>
            <a:endParaRPr lang="en-US" sz="2000">
              <a:latin typeface="Times New Roman" panose="02020603050405020304" pitchFamily="18" charset="0"/>
              <a:cs typeface="Times New Roman" panose="02020603050405020304" pitchFamily="18" charset="0"/>
            </a:endParaRPr>
          </a:p>
        </p:txBody>
      </p:sp>
      <p:pic>
        <p:nvPicPr>
          <p:cNvPr id="10" name="Picture 9"/>
          <p:cNvPicPr/>
          <p:nvPr/>
        </p:nvPicPr>
        <p:blipFill>
          <a:blip r:embed="rId2"/>
          <a:stretch>
            <a:fillRect/>
          </a:stretch>
        </p:blipFill>
        <p:spPr>
          <a:xfrm>
            <a:off x="841871" y="1714894"/>
            <a:ext cx="3802380" cy="4907280"/>
          </a:xfrm>
          <a:prstGeom prst="rect">
            <a:avLst/>
          </a:prstGeom>
        </p:spPr>
      </p:pic>
      <p:pic>
        <p:nvPicPr>
          <p:cNvPr id="11" name="Picture 10"/>
          <p:cNvPicPr/>
          <p:nvPr/>
        </p:nvPicPr>
        <p:blipFill>
          <a:blip r:embed="rId3"/>
          <a:stretch>
            <a:fillRect/>
          </a:stretch>
        </p:blipFill>
        <p:spPr>
          <a:xfrm>
            <a:off x="6518207" y="1982575"/>
            <a:ext cx="4673461" cy="4639599"/>
          </a:xfrm>
          <a:prstGeom prst="rect">
            <a:avLst/>
          </a:prstGeom>
        </p:spPr>
      </p:pic>
    </p:spTree>
    <p:extLst>
      <p:ext uri="{BB962C8B-B14F-4D97-AF65-F5344CB8AC3E}">
        <p14:creationId xmlns:p14="http://schemas.microsoft.com/office/powerpoint/2010/main" val="16880527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7">
            <a:extLst>
              <a:ext uri="{FF2B5EF4-FFF2-40B4-BE49-F238E27FC236}">
                <a16:creationId xmlns:a16="http://schemas.microsoft.com/office/drawing/2014/main" id="{2793787E-352D-4721-8B72-961F12EDE8AD}"/>
              </a:ext>
            </a:extLst>
          </p:cNvPr>
          <p:cNvSpPr/>
          <p:nvPr/>
        </p:nvSpPr>
        <p:spPr>
          <a:xfrm rot="2700000">
            <a:off x="365891" y="450686"/>
            <a:ext cx="1189386" cy="120441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37">
            <a:extLst>
              <a:ext uri="{FF2B5EF4-FFF2-40B4-BE49-F238E27FC236}">
                <a16:creationId xmlns:a16="http://schemas.microsoft.com/office/drawing/2014/main" id="{37631065-7B23-4012-B3E0-0AE5E797A3EE}"/>
              </a:ext>
            </a:extLst>
          </p:cNvPr>
          <p:cNvSpPr>
            <a:spLocks noEditPoints="1"/>
          </p:cNvSpPr>
          <p:nvPr/>
        </p:nvSpPr>
        <p:spPr bwMode="auto">
          <a:xfrm>
            <a:off x="728164" y="865288"/>
            <a:ext cx="464842" cy="375213"/>
          </a:xfrm>
          <a:custGeom>
            <a:avLst/>
            <a:gdLst/>
            <a:ahLst/>
            <a:cxnLst>
              <a:cxn ang="0">
                <a:pos x="244" y="224"/>
              </a:cxn>
              <a:cxn ang="0">
                <a:pos x="12" y="224"/>
              </a:cxn>
              <a:cxn ang="0">
                <a:pos x="0" y="212"/>
              </a:cxn>
              <a:cxn ang="0">
                <a:pos x="0" y="12"/>
              </a:cxn>
              <a:cxn ang="0">
                <a:pos x="12" y="0"/>
              </a:cxn>
              <a:cxn ang="0">
                <a:pos x="244" y="0"/>
              </a:cxn>
              <a:cxn ang="0">
                <a:pos x="256" y="12"/>
              </a:cxn>
              <a:cxn ang="0">
                <a:pos x="256" y="212"/>
              </a:cxn>
              <a:cxn ang="0">
                <a:pos x="244" y="224"/>
              </a:cxn>
              <a:cxn ang="0">
                <a:pos x="196" y="212"/>
              </a:cxn>
              <a:cxn ang="0">
                <a:pos x="244" y="212"/>
              </a:cxn>
              <a:cxn ang="0">
                <a:pos x="244" y="108"/>
              </a:cxn>
              <a:cxn ang="0">
                <a:pos x="240" y="108"/>
              </a:cxn>
              <a:cxn ang="0">
                <a:pos x="196" y="108"/>
              </a:cxn>
              <a:cxn ang="0">
                <a:pos x="196" y="212"/>
              </a:cxn>
              <a:cxn ang="0">
                <a:pos x="72" y="212"/>
              </a:cxn>
              <a:cxn ang="0">
                <a:pos x="184" y="212"/>
              </a:cxn>
              <a:cxn ang="0">
                <a:pos x="184" y="108"/>
              </a:cxn>
              <a:cxn ang="0">
                <a:pos x="72" y="108"/>
              </a:cxn>
              <a:cxn ang="0">
                <a:pos x="72" y="212"/>
              </a:cxn>
              <a:cxn ang="0">
                <a:pos x="12" y="212"/>
              </a:cxn>
              <a:cxn ang="0">
                <a:pos x="60" y="212"/>
              </a:cxn>
              <a:cxn ang="0">
                <a:pos x="60" y="108"/>
              </a:cxn>
              <a:cxn ang="0">
                <a:pos x="12" y="108"/>
              </a:cxn>
              <a:cxn ang="0">
                <a:pos x="12" y="212"/>
              </a:cxn>
              <a:cxn ang="0">
                <a:pos x="24" y="12"/>
              </a:cxn>
              <a:cxn ang="0">
                <a:pos x="12" y="24"/>
              </a:cxn>
              <a:cxn ang="0">
                <a:pos x="24" y="36"/>
              </a:cxn>
              <a:cxn ang="0">
                <a:pos x="36" y="24"/>
              </a:cxn>
              <a:cxn ang="0">
                <a:pos x="24" y="12"/>
              </a:cxn>
              <a:cxn ang="0">
                <a:pos x="60" y="12"/>
              </a:cxn>
              <a:cxn ang="0">
                <a:pos x="48" y="24"/>
              </a:cxn>
              <a:cxn ang="0">
                <a:pos x="60" y="36"/>
              </a:cxn>
              <a:cxn ang="0">
                <a:pos x="72" y="24"/>
              </a:cxn>
              <a:cxn ang="0">
                <a:pos x="60" y="12"/>
              </a:cxn>
              <a:cxn ang="0">
                <a:pos x="96" y="12"/>
              </a:cxn>
              <a:cxn ang="0">
                <a:pos x="84" y="24"/>
              </a:cxn>
              <a:cxn ang="0">
                <a:pos x="96" y="36"/>
              </a:cxn>
              <a:cxn ang="0">
                <a:pos x="108" y="24"/>
              </a:cxn>
              <a:cxn ang="0">
                <a:pos x="96" y="12"/>
              </a:cxn>
              <a:cxn ang="0">
                <a:pos x="232" y="48"/>
              </a:cxn>
              <a:cxn ang="0">
                <a:pos x="24" y="48"/>
              </a:cxn>
              <a:cxn ang="0">
                <a:pos x="12" y="48"/>
              </a:cxn>
              <a:cxn ang="0">
                <a:pos x="12" y="96"/>
              </a:cxn>
              <a:cxn ang="0">
                <a:pos x="60" y="96"/>
              </a:cxn>
              <a:cxn ang="0">
                <a:pos x="72" y="96"/>
              </a:cxn>
              <a:cxn ang="0">
                <a:pos x="184" y="96"/>
              </a:cxn>
              <a:cxn ang="0">
                <a:pos x="196" y="96"/>
              </a:cxn>
              <a:cxn ang="0">
                <a:pos x="240" y="96"/>
              </a:cxn>
              <a:cxn ang="0">
                <a:pos x="244" y="96"/>
              </a:cxn>
              <a:cxn ang="0">
                <a:pos x="244" y="48"/>
              </a:cxn>
              <a:cxn ang="0">
                <a:pos x="232" y="48"/>
              </a:cxn>
            </a:cxnLst>
            <a:rect l="0" t="0" r="r" b="b"/>
            <a:pathLst>
              <a:path w="256" h="224">
                <a:moveTo>
                  <a:pt x="244" y="224"/>
                </a:moveTo>
                <a:cubicBezTo>
                  <a:pt x="12" y="224"/>
                  <a:pt x="12" y="224"/>
                  <a:pt x="12" y="224"/>
                </a:cubicBezTo>
                <a:cubicBezTo>
                  <a:pt x="5" y="224"/>
                  <a:pt x="0" y="219"/>
                  <a:pt x="0" y="212"/>
                </a:cubicBezTo>
                <a:cubicBezTo>
                  <a:pt x="0" y="12"/>
                  <a:pt x="0" y="12"/>
                  <a:pt x="0" y="12"/>
                </a:cubicBezTo>
                <a:cubicBezTo>
                  <a:pt x="0" y="5"/>
                  <a:pt x="5" y="0"/>
                  <a:pt x="12" y="0"/>
                </a:cubicBezTo>
                <a:cubicBezTo>
                  <a:pt x="244" y="0"/>
                  <a:pt x="244" y="0"/>
                  <a:pt x="244" y="0"/>
                </a:cubicBezTo>
                <a:cubicBezTo>
                  <a:pt x="251" y="0"/>
                  <a:pt x="256" y="5"/>
                  <a:pt x="256" y="12"/>
                </a:cubicBezTo>
                <a:cubicBezTo>
                  <a:pt x="256" y="212"/>
                  <a:pt x="256" y="212"/>
                  <a:pt x="256" y="212"/>
                </a:cubicBezTo>
                <a:cubicBezTo>
                  <a:pt x="256" y="219"/>
                  <a:pt x="251" y="224"/>
                  <a:pt x="244" y="224"/>
                </a:cubicBezTo>
                <a:moveTo>
                  <a:pt x="196" y="212"/>
                </a:moveTo>
                <a:cubicBezTo>
                  <a:pt x="244" y="212"/>
                  <a:pt x="244" y="212"/>
                  <a:pt x="244" y="212"/>
                </a:cubicBezTo>
                <a:cubicBezTo>
                  <a:pt x="244" y="108"/>
                  <a:pt x="244" y="108"/>
                  <a:pt x="244" y="108"/>
                </a:cubicBezTo>
                <a:cubicBezTo>
                  <a:pt x="240" y="108"/>
                  <a:pt x="240" y="108"/>
                  <a:pt x="240" y="108"/>
                </a:cubicBezTo>
                <a:cubicBezTo>
                  <a:pt x="196" y="108"/>
                  <a:pt x="196" y="108"/>
                  <a:pt x="196" y="108"/>
                </a:cubicBezTo>
                <a:lnTo>
                  <a:pt x="196" y="212"/>
                </a:lnTo>
                <a:close/>
                <a:moveTo>
                  <a:pt x="72" y="212"/>
                </a:moveTo>
                <a:cubicBezTo>
                  <a:pt x="184" y="212"/>
                  <a:pt x="184" y="212"/>
                  <a:pt x="184" y="212"/>
                </a:cubicBezTo>
                <a:cubicBezTo>
                  <a:pt x="184" y="108"/>
                  <a:pt x="184" y="108"/>
                  <a:pt x="184" y="108"/>
                </a:cubicBezTo>
                <a:cubicBezTo>
                  <a:pt x="72" y="108"/>
                  <a:pt x="72" y="108"/>
                  <a:pt x="72" y="108"/>
                </a:cubicBezTo>
                <a:lnTo>
                  <a:pt x="72" y="212"/>
                </a:lnTo>
                <a:close/>
                <a:moveTo>
                  <a:pt x="12" y="212"/>
                </a:moveTo>
                <a:cubicBezTo>
                  <a:pt x="60" y="212"/>
                  <a:pt x="60" y="212"/>
                  <a:pt x="60" y="212"/>
                </a:cubicBezTo>
                <a:cubicBezTo>
                  <a:pt x="60" y="108"/>
                  <a:pt x="60" y="108"/>
                  <a:pt x="60" y="108"/>
                </a:cubicBezTo>
                <a:cubicBezTo>
                  <a:pt x="12" y="108"/>
                  <a:pt x="12" y="108"/>
                  <a:pt x="12" y="108"/>
                </a:cubicBezTo>
                <a:lnTo>
                  <a:pt x="12" y="212"/>
                </a:lnTo>
                <a:close/>
                <a:moveTo>
                  <a:pt x="24" y="12"/>
                </a:moveTo>
                <a:cubicBezTo>
                  <a:pt x="17" y="12"/>
                  <a:pt x="12" y="17"/>
                  <a:pt x="12" y="24"/>
                </a:cubicBezTo>
                <a:cubicBezTo>
                  <a:pt x="12" y="31"/>
                  <a:pt x="17" y="36"/>
                  <a:pt x="24" y="36"/>
                </a:cubicBezTo>
                <a:cubicBezTo>
                  <a:pt x="31" y="36"/>
                  <a:pt x="36" y="31"/>
                  <a:pt x="36" y="24"/>
                </a:cubicBezTo>
                <a:cubicBezTo>
                  <a:pt x="36" y="17"/>
                  <a:pt x="31" y="12"/>
                  <a:pt x="24" y="12"/>
                </a:cubicBezTo>
                <a:moveTo>
                  <a:pt x="60" y="12"/>
                </a:moveTo>
                <a:cubicBezTo>
                  <a:pt x="53" y="12"/>
                  <a:pt x="48" y="17"/>
                  <a:pt x="48" y="24"/>
                </a:cubicBezTo>
                <a:cubicBezTo>
                  <a:pt x="48" y="31"/>
                  <a:pt x="53" y="36"/>
                  <a:pt x="60" y="36"/>
                </a:cubicBezTo>
                <a:cubicBezTo>
                  <a:pt x="67" y="36"/>
                  <a:pt x="72" y="31"/>
                  <a:pt x="72" y="24"/>
                </a:cubicBezTo>
                <a:cubicBezTo>
                  <a:pt x="72" y="17"/>
                  <a:pt x="67" y="12"/>
                  <a:pt x="60" y="12"/>
                </a:cubicBezTo>
                <a:moveTo>
                  <a:pt x="96" y="12"/>
                </a:moveTo>
                <a:cubicBezTo>
                  <a:pt x="89" y="12"/>
                  <a:pt x="84" y="17"/>
                  <a:pt x="84" y="24"/>
                </a:cubicBezTo>
                <a:cubicBezTo>
                  <a:pt x="84" y="31"/>
                  <a:pt x="89" y="36"/>
                  <a:pt x="96" y="36"/>
                </a:cubicBezTo>
                <a:cubicBezTo>
                  <a:pt x="103" y="36"/>
                  <a:pt x="108" y="31"/>
                  <a:pt x="108" y="24"/>
                </a:cubicBezTo>
                <a:cubicBezTo>
                  <a:pt x="108" y="17"/>
                  <a:pt x="103" y="12"/>
                  <a:pt x="96" y="12"/>
                </a:cubicBezTo>
                <a:moveTo>
                  <a:pt x="232" y="48"/>
                </a:moveTo>
                <a:cubicBezTo>
                  <a:pt x="24" y="48"/>
                  <a:pt x="24" y="48"/>
                  <a:pt x="24" y="48"/>
                </a:cubicBezTo>
                <a:cubicBezTo>
                  <a:pt x="12" y="48"/>
                  <a:pt x="12" y="48"/>
                  <a:pt x="12" y="48"/>
                </a:cubicBezTo>
                <a:cubicBezTo>
                  <a:pt x="12" y="96"/>
                  <a:pt x="12" y="96"/>
                  <a:pt x="12" y="96"/>
                </a:cubicBezTo>
                <a:cubicBezTo>
                  <a:pt x="60" y="96"/>
                  <a:pt x="60" y="96"/>
                  <a:pt x="60" y="96"/>
                </a:cubicBezTo>
                <a:cubicBezTo>
                  <a:pt x="72" y="96"/>
                  <a:pt x="72" y="96"/>
                  <a:pt x="72" y="96"/>
                </a:cubicBezTo>
                <a:cubicBezTo>
                  <a:pt x="184" y="96"/>
                  <a:pt x="184" y="96"/>
                  <a:pt x="184" y="96"/>
                </a:cubicBezTo>
                <a:cubicBezTo>
                  <a:pt x="196" y="96"/>
                  <a:pt x="196" y="96"/>
                  <a:pt x="196" y="96"/>
                </a:cubicBezTo>
                <a:cubicBezTo>
                  <a:pt x="240" y="96"/>
                  <a:pt x="240" y="96"/>
                  <a:pt x="240" y="96"/>
                </a:cubicBezTo>
                <a:cubicBezTo>
                  <a:pt x="244" y="96"/>
                  <a:pt x="244" y="96"/>
                  <a:pt x="244" y="96"/>
                </a:cubicBezTo>
                <a:cubicBezTo>
                  <a:pt x="244" y="48"/>
                  <a:pt x="244" y="48"/>
                  <a:pt x="244" y="48"/>
                </a:cubicBezTo>
                <a:lnTo>
                  <a:pt x="232" y="4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1806922" y="865288"/>
            <a:ext cx="4142322" cy="523220"/>
          </a:xfrm>
          <a:prstGeom prst="rect">
            <a:avLst/>
          </a:prstGeom>
          <a:noFill/>
        </p:spPr>
        <p:txBody>
          <a:bodyPr wrap="square" rtlCol="0">
            <a:spAutoFit/>
          </a:bodyPr>
          <a:lstStyle/>
          <a:p>
            <a:r>
              <a:rPr lang="en-US" sz="2800">
                <a:solidFill>
                  <a:schemeClr val="accent1"/>
                </a:solidFill>
                <a:latin typeface="Times New Roman" panose="02020603050405020304" pitchFamily="18" charset="0"/>
                <a:cs typeface="Times New Roman" panose="02020603050405020304" pitchFamily="18" charset="0"/>
              </a:rPr>
              <a:t> </a:t>
            </a:r>
            <a:r>
              <a:rPr lang="en-US" sz="2800" smtClean="0">
                <a:solidFill>
                  <a:schemeClr val="accent1"/>
                </a:solidFill>
                <a:latin typeface="Times New Roman" panose="02020603050405020304" pitchFamily="18" charset="0"/>
                <a:cs typeface="Times New Roman" panose="02020603050405020304" pitchFamily="18" charset="0"/>
              </a:rPr>
              <a:t># 5 Kết quả đạt được </a:t>
            </a:r>
            <a:endParaRPr lang="en-US" sz="2800">
              <a:solidFill>
                <a:schemeClr val="accent1"/>
              </a:solidFill>
              <a:latin typeface="Times New Roman" panose="02020603050405020304" pitchFamily="18" charset="0"/>
              <a:cs typeface="Times New Roman" panose="02020603050405020304" pitchFamily="18" charset="0"/>
            </a:endParaRPr>
          </a:p>
        </p:txBody>
      </p:sp>
      <p:cxnSp>
        <p:nvCxnSpPr>
          <p:cNvPr id="6" name="Straight Connector 5"/>
          <p:cNvCxnSpPr/>
          <p:nvPr/>
        </p:nvCxnSpPr>
        <p:spPr>
          <a:xfrm>
            <a:off x="6163733" y="1467556"/>
            <a:ext cx="112889" cy="5294488"/>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914400" y="2246489"/>
            <a:ext cx="4176889" cy="3600986"/>
          </a:xfrm>
          <a:prstGeom prst="rect">
            <a:avLst/>
          </a:prstGeom>
          <a:noFill/>
        </p:spPr>
        <p:txBody>
          <a:bodyPr wrap="square" rtlCol="0">
            <a:spAutoFit/>
          </a:bodyPr>
          <a:lstStyle/>
          <a:p>
            <a:pPr marL="285750" lvl="0" indent="-285750" algn="just">
              <a:lnSpc>
                <a:spcPct val="150000"/>
              </a:lnSpc>
              <a:buFont typeface="Wingdings" panose="05000000000000000000" pitchFamily="2" charset="2"/>
              <a:buChar char="ü"/>
            </a:pPr>
            <a:r>
              <a:rPr lang="en-US" sz="2000">
                <a:latin typeface="Times New Roman" panose="02020603050405020304" pitchFamily="18" charset="0"/>
                <a:cs typeface="Times New Roman" panose="02020603050405020304" pitchFamily="18" charset="0"/>
              </a:rPr>
              <a:t>Đã tìm hiểu về giải pháp ERP và phần mềm Fast HRM Online.</a:t>
            </a:r>
          </a:p>
          <a:p>
            <a:pPr marL="285750" lvl="0" indent="-285750" algn="just">
              <a:lnSpc>
                <a:spcPct val="150000"/>
              </a:lnSpc>
              <a:buFont typeface="Wingdings" panose="05000000000000000000" pitchFamily="2" charset="2"/>
              <a:buChar char="ü"/>
            </a:pPr>
            <a:r>
              <a:rPr lang="en-US" sz="2000">
                <a:latin typeface="Times New Roman" panose="02020603050405020304" pitchFamily="18" charset="0"/>
                <a:cs typeface="Times New Roman" panose="02020603050405020304" pitchFamily="18" charset="0"/>
              </a:rPr>
              <a:t>Hiểu về quy trình triển khai một giải pháp ERP, tiến hành phân tích quy trình, phân tích sự khác biệt giữa thực tế công ty khách hàng và phần mềm FAST.</a:t>
            </a:r>
          </a:p>
          <a:p>
            <a:endParaRPr lang="en-US" sz="2000"/>
          </a:p>
        </p:txBody>
      </p:sp>
      <p:sp>
        <p:nvSpPr>
          <p:cNvPr id="9" name="TextBox 8"/>
          <p:cNvSpPr txBox="1"/>
          <p:nvPr/>
        </p:nvSpPr>
        <p:spPr>
          <a:xfrm>
            <a:off x="6649156" y="2246489"/>
            <a:ext cx="4910666" cy="3730317"/>
          </a:xfrm>
          <a:prstGeom prst="rect">
            <a:avLst/>
          </a:prstGeom>
          <a:noFill/>
        </p:spPr>
        <p:txBody>
          <a:bodyPr wrap="square" rtlCol="0">
            <a:spAutoFit/>
          </a:bodyPr>
          <a:lstStyle/>
          <a:p>
            <a:pPr marL="342900" indent="-342900" algn="just">
              <a:lnSpc>
                <a:spcPct val="150000"/>
              </a:lnSpc>
              <a:buFont typeface="Wingdings" panose="05000000000000000000" pitchFamily="2" charset="2"/>
              <a:buChar char="ü"/>
            </a:pPr>
            <a:r>
              <a:rPr lang="en-US" sz="2000" smtClean="0">
                <a:latin typeface="Times New Roman" panose="02020603050405020304" pitchFamily="18" charset="0"/>
                <a:cs typeface="Times New Roman" panose="02020603050405020304" pitchFamily="18" charset="0"/>
              </a:rPr>
              <a:t>Được </a:t>
            </a:r>
            <a:r>
              <a:rPr lang="en-US" sz="2000">
                <a:latin typeface="Times New Roman" panose="02020603050405020304" pitchFamily="18" charset="0"/>
                <a:cs typeface="Times New Roman" panose="02020603050405020304" pitchFamily="18" charset="0"/>
              </a:rPr>
              <a:t>tham gia quá trình khảo sát, hỗ trợ đào tạo khách hàng, qua đó nhanh chóng tiếp thu được nhiều kiến thức thật tiễn, biết được nhiều loại hình doanh nghiệp, đặc thù mỗi công ty, mỗi loại hình là không giống </a:t>
            </a:r>
            <a:r>
              <a:rPr lang="en-US" sz="2000">
                <a:latin typeface="Times New Roman" panose="02020603050405020304" pitchFamily="18" charset="0"/>
                <a:cs typeface="Times New Roman" panose="02020603050405020304" pitchFamily="18" charset="0"/>
              </a:rPr>
              <a:t>nhau</a:t>
            </a:r>
            <a:r>
              <a:rPr lang="en-US" sz="2000" smtClean="0">
                <a:latin typeface="Times New Roman" panose="02020603050405020304" pitchFamily="18" charset="0"/>
                <a:cs typeface="Times New Roman" panose="02020603050405020304" pitchFamily="18" charset="0"/>
              </a:rPr>
              <a:t>.</a:t>
            </a:r>
          </a:p>
          <a:p>
            <a:pPr marL="342900" indent="-342900" algn="just">
              <a:lnSpc>
                <a:spcPct val="150000"/>
              </a:lnSpc>
              <a:buFont typeface="Wingdings" panose="05000000000000000000" pitchFamily="2" charset="2"/>
              <a:buChar char="ü"/>
            </a:pPr>
            <a:r>
              <a:rPr lang="en-US" sz="2000" smtClean="0">
                <a:latin typeface="Times New Roman" panose="02020603050405020304" pitchFamily="18" charset="0"/>
                <a:cs typeface="Times New Roman" panose="02020603050405020304" pitchFamily="18" charset="0"/>
              </a:rPr>
              <a:t> </a:t>
            </a:r>
            <a:r>
              <a:rPr lang="en-US" sz="2000">
                <a:latin typeface="Times New Roman" panose="02020603050405020304" pitchFamily="18" charset="0"/>
                <a:cs typeface="Times New Roman" panose="02020603050405020304" pitchFamily="18" charset="0"/>
              </a:rPr>
              <a:t>Hiểu rõ hơn như thế nào là triển khai dự án về ERP</a:t>
            </a:r>
            <a:endParaRPr lang="en-US" sz="2000">
              <a:latin typeface="Times New Roman" panose="02020603050405020304" pitchFamily="18" charset="0"/>
              <a:cs typeface="Times New Roman" panose="02020603050405020304" pitchFamily="18" charset="0"/>
            </a:endParaRPr>
          </a:p>
        </p:txBody>
      </p:sp>
      <p:sp>
        <p:nvSpPr>
          <p:cNvPr id="10" name="TextBox 9"/>
          <p:cNvSpPr txBox="1"/>
          <p:nvPr/>
        </p:nvSpPr>
        <p:spPr>
          <a:xfrm>
            <a:off x="1670755" y="1781456"/>
            <a:ext cx="2664178" cy="369332"/>
          </a:xfrm>
          <a:prstGeom prst="rect">
            <a:avLst/>
          </a:prstGeom>
          <a:noFill/>
        </p:spPr>
        <p:txBody>
          <a:bodyPr wrap="square" rtlCol="0">
            <a:spAutoFit/>
          </a:bodyPr>
          <a:lstStyle/>
          <a:p>
            <a:pPr algn="ctr"/>
            <a:r>
              <a:rPr lang="en-US" b="1" smtClean="0">
                <a:solidFill>
                  <a:srgbClr val="FF0000"/>
                </a:solidFill>
                <a:latin typeface="Times New Roman" panose="02020603050405020304" pitchFamily="18" charset="0"/>
                <a:cs typeface="Times New Roman" panose="02020603050405020304" pitchFamily="18" charset="0"/>
              </a:rPr>
              <a:t>Về bản thân </a:t>
            </a:r>
            <a:endParaRPr lang="en-US" b="1">
              <a:solidFill>
                <a:srgbClr val="FF0000"/>
              </a:solidFill>
              <a:latin typeface="Times New Roman" panose="02020603050405020304" pitchFamily="18" charset="0"/>
              <a:cs typeface="Times New Roman" panose="02020603050405020304" pitchFamily="18" charset="0"/>
            </a:endParaRPr>
          </a:p>
        </p:txBody>
      </p:sp>
      <p:sp>
        <p:nvSpPr>
          <p:cNvPr id="11" name="TextBox 10"/>
          <p:cNvSpPr txBox="1"/>
          <p:nvPr/>
        </p:nvSpPr>
        <p:spPr>
          <a:xfrm>
            <a:off x="7625644" y="1781456"/>
            <a:ext cx="2664178" cy="369332"/>
          </a:xfrm>
          <a:prstGeom prst="rect">
            <a:avLst/>
          </a:prstGeom>
          <a:noFill/>
        </p:spPr>
        <p:txBody>
          <a:bodyPr wrap="square" rtlCol="0">
            <a:spAutoFit/>
          </a:bodyPr>
          <a:lstStyle/>
          <a:p>
            <a:pPr algn="ctr"/>
            <a:r>
              <a:rPr lang="en-US" b="1" smtClean="0">
                <a:solidFill>
                  <a:srgbClr val="FF0000"/>
                </a:solidFill>
                <a:latin typeface="Times New Roman" panose="02020603050405020304" pitchFamily="18" charset="0"/>
                <a:cs typeface="Times New Roman" panose="02020603050405020304" pitchFamily="18" charset="0"/>
              </a:rPr>
              <a:t>Về hệ thống</a:t>
            </a:r>
            <a:endParaRPr lang="en-US" b="1">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788543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7">
            <a:extLst>
              <a:ext uri="{FF2B5EF4-FFF2-40B4-BE49-F238E27FC236}">
                <a16:creationId xmlns:a16="http://schemas.microsoft.com/office/drawing/2014/main" id="{2793787E-352D-4721-8B72-961F12EDE8AD}"/>
              </a:ext>
            </a:extLst>
          </p:cNvPr>
          <p:cNvSpPr/>
          <p:nvPr/>
        </p:nvSpPr>
        <p:spPr>
          <a:xfrm rot="2700000">
            <a:off x="365891" y="450686"/>
            <a:ext cx="1189386" cy="1204417"/>
          </a:xfrm>
          <a:prstGeom prst="roundRect">
            <a:avLst/>
          </a:prstGeom>
          <a:solidFill>
            <a:schemeClr val="bg1"/>
          </a:solidFill>
          <a:ln w="508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Freeform 37">
            <a:extLst>
              <a:ext uri="{FF2B5EF4-FFF2-40B4-BE49-F238E27FC236}">
                <a16:creationId xmlns:a16="http://schemas.microsoft.com/office/drawing/2014/main" id="{37631065-7B23-4012-B3E0-0AE5E797A3EE}"/>
              </a:ext>
            </a:extLst>
          </p:cNvPr>
          <p:cNvSpPr>
            <a:spLocks noEditPoints="1"/>
          </p:cNvSpPr>
          <p:nvPr/>
        </p:nvSpPr>
        <p:spPr bwMode="auto">
          <a:xfrm>
            <a:off x="728164" y="865288"/>
            <a:ext cx="464842" cy="375213"/>
          </a:xfrm>
          <a:custGeom>
            <a:avLst/>
            <a:gdLst/>
            <a:ahLst/>
            <a:cxnLst>
              <a:cxn ang="0">
                <a:pos x="244" y="224"/>
              </a:cxn>
              <a:cxn ang="0">
                <a:pos x="12" y="224"/>
              </a:cxn>
              <a:cxn ang="0">
                <a:pos x="0" y="212"/>
              </a:cxn>
              <a:cxn ang="0">
                <a:pos x="0" y="12"/>
              </a:cxn>
              <a:cxn ang="0">
                <a:pos x="12" y="0"/>
              </a:cxn>
              <a:cxn ang="0">
                <a:pos x="244" y="0"/>
              </a:cxn>
              <a:cxn ang="0">
                <a:pos x="256" y="12"/>
              </a:cxn>
              <a:cxn ang="0">
                <a:pos x="256" y="212"/>
              </a:cxn>
              <a:cxn ang="0">
                <a:pos x="244" y="224"/>
              </a:cxn>
              <a:cxn ang="0">
                <a:pos x="196" y="212"/>
              </a:cxn>
              <a:cxn ang="0">
                <a:pos x="244" y="212"/>
              </a:cxn>
              <a:cxn ang="0">
                <a:pos x="244" y="108"/>
              </a:cxn>
              <a:cxn ang="0">
                <a:pos x="240" y="108"/>
              </a:cxn>
              <a:cxn ang="0">
                <a:pos x="196" y="108"/>
              </a:cxn>
              <a:cxn ang="0">
                <a:pos x="196" y="212"/>
              </a:cxn>
              <a:cxn ang="0">
                <a:pos x="72" y="212"/>
              </a:cxn>
              <a:cxn ang="0">
                <a:pos x="184" y="212"/>
              </a:cxn>
              <a:cxn ang="0">
                <a:pos x="184" y="108"/>
              </a:cxn>
              <a:cxn ang="0">
                <a:pos x="72" y="108"/>
              </a:cxn>
              <a:cxn ang="0">
                <a:pos x="72" y="212"/>
              </a:cxn>
              <a:cxn ang="0">
                <a:pos x="12" y="212"/>
              </a:cxn>
              <a:cxn ang="0">
                <a:pos x="60" y="212"/>
              </a:cxn>
              <a:cxn ang="0">
                <a:pos x="60" y="108"/>
              </a:cxn>
              <a:cxn ang="0">
                <a:pos x="12" y="108"/>
              </a:cxn>
              <a:cxn ang="0">
                <a:pos x="12" y="212"/>
              </a:cxn>
              <a:cxn ang="0">
                <a:pos x="24" y="12"/>
              </a:cxn>
              <a:cxn ang="0">
                <a:pos x="12" y="24"/>
              </a:cxn>
              <a:cxn ang="0">
                <a:pos x="24" y="36"/>
              </a:cxn>
              <a:cxn ang="0">
                <a:pos x="36" y="24"/>
              </a:cxn>
              <a:cxn ang="0">
                <a:pos x="24" y="12"/>
              </a:cxn>
              <a:cxn ang="0">
                <a:pos x="60" y="12"/>
              </a:cxn>
              <a:cxn ang="0">
                <a:pos x="48" y="24"/>
              </a:cxn>
              <a:cxn ang="0">
                <a:pos x="60" y="36"/>
              </a:cxn>
              <a:cxn ang="0">
                <a:pos x="72" y="24"/>
              </a:cxn>
              <a:cxn ang="0">
                <a:pos x="60" y="12"/>
              </a:cxn>
              <a:cxn ang="0">
                <a:pos x="96" y="12"/>
              </a:cxn>
              <a:cxn ang="0">
                <a:pos x="84" y="24"/>
              </a:cxn>
              <a:cxn ang="0">
                <a:pos x="96" y="36"/>
              </a:cxn>
              <a:cxn ang="0">
                <a:pos x="108" y="24"/>
              </a:cxn>
              <a:cxn ang="0">
                <a:pos x="96" y="12"/>
              </a:cxn>
              <a:cxn ang="0">
                <a:pos x="232" y="48"/>
              </a:cxn>
              <a:cxn ang="0">
                <a:pos x="24" y="48"/>
              </a:cxn>
              <a:cxn ang="0">
                <a:pos x="12" y="48"/>
              </a:cxn>
              <a:cxn ang="0">
                <a:pos x="12" y="96"/>
              </a:cxn>
              <a:cxn ang="0">
                <a:pos x="60" y="96"/>
              </a:cxn>
              <a:cxn ang="0">
                <a:pos x="72" y="96"/>
              </a:cxn>
              <a:cxn ang="0">
                <a:pos x="184" y="96"/>
              </a:cxn>
              <a:cxn ang="0">
                <a:pos x="196" y="96"/>
              </a:cxn>
              <a:cxn ang="0">
                <a:pos x="240" y="96"/>
              </a:cxn>
              <a:cxn ang="0">
                <a:pos x="244" y="96"/>
              </a:cxn>
              <a:cxn ang="0">
                <a:pos x="244" y="48"/>
              </a:cxn>
              <a:cxn ang="0">
                <a:pos x="232" y="48"/>
              </a:cxn>
            </a:cxnLst>
            <a:rect l="0" t="0" r="r" b="b"/>
            <a:pathLst>
              <a:path w="256" h="224">
                <a:moveTo>
                  <a:pt x="244" y="224"/>
                </a:moveTo>
                <a:cubicBezTo>
                  <a:pt x="12" y="224"/>
                  <a:pt x="12" y="224"/>
                  <a:pt x="12" y="224"/>
                </a:cubicBezTo>
                <a:cubicBezTo>
                  <a:pt x="5" y="224"/>
                  <a:pt x="0" y="219"/>
                  <a:pt x="0" y="212"/>
                </a:cubicBezTo>
                <a:cubicBezTo>
                  <a:pt x="0" y="12"/>
                  <a:pt x="0" y="12"/>
                  <a:pt x="0" y="12"/>
                </a:cubicBezTo>
                <a:cubicBezTo>
                  <a:pt x="0" y="5"/>
                  <a:pt x="5" y="0"/>
                  <a:pt x="12" y="0"/>
                </a:cubicBezTo>
                <a:cubicBezTo>
                  <a:pt x="244" y="0"/>
                  <a:pt x="244" y="0"/>
                  <a:pt x="244" y="0"/>
                </a:cubicBezTo>
                <a:cubicBezTo>
                  <a:pt x="251" y="0"/>
                  <a:pt x="256" y="5"/>
                  <a:pt x="256" y="12"/>
                </a:cubicBezTo>
                <a:cubicBezTo>
                  <a:pt x="256" y="212"/>
                  <a:pt x="256" y="212"/>
                  <a:pt x="256" y="212"/>
                </a:cubicBezTo>
                <a:cubicBezTo>
                  <a:pt x="256" y="219"/>
                  <a:pt x="251" y="224"/>
                  <a:pt x="244" y="224"/>
                </a:cubicBezTo>
                <a:moveTo>
                  <a:pt x="196" y="212"/>
                </a:moveTo>
                <a:cubicBezTo>
                  <a:pt x="244" y="212"/>
                  <a:pt x="244" y="212"/>
                  <a:pt x="244" y="212"/>
                </a:cubicBezTo>
                <a:cubicBezTo>
                  <a:pt x="244" y="108"/>
                  <a:pt x="244" y="108"/>
                  <a:pt x="244" y="108"/>
                </a:cubicBezTo>
                <a:cubicBezTo>
                  <a:pt x="240" y="108"/>
                  <a:pt x="240" y="108"/>
                  <a:pt x="240" y="108"/>
                </a:cubicBezTo>
                <a:cubicBezTo>
                  <a:pt x="196" y="108"/>
                  <a:pt x="196" y="108"/>
                  <a:pt x="196" y="108"/>
                </a:cubicBezTo>
                <a:lnTo>
                  <a:pt x="196" y="212"/>
                </a:lnTo>
                <a:close/>
                <a:moveTo>
                  <a:pt x="72" y="212"/>
                </a:moveTo>
                <a:cubicBezTo>
                  <a:pt x="184" y="212"/>
                  <a:pt x="184" y="212"/>
                  <a:pt x="184" y="212"/>
                </a:cubicBezTo>
                <a:cubicBezTo>
                  <a:pt x="184" y="108"/>
                  <a:pt x="184" y="108"/>
                  <a:pt x="184" y="108"/>
                </a:cubicBezTo>
                <a:cubicBezTo>
                  <a:pt x="72" y="108"/>
                  <a:pt x="72" y="108"/>
                  <a:pt x="72" y="108"/>
                </a:cubicBezTo>
                <a:lnTo>
                  <a:pt x="72" y="212"/>
                </a:lnTo>
                <a:close/>
                <a:moveTo>
                  <a:pt x="12" y="212"/>
                </a:moveTo>
                <a:cubicBezTo>
                  <a:pt x="60" y="212"/>
                  <a:pt x="60" y="212"/>
                  <a:pt x="60" y="212"/>
                </a:cubicBezTo>
                <a:cubicBezTo>
                  <a:pt x="60" y="108"/>
                  <a:pt x="60" y="108"/>
                  <a:pt x="60" y="108"/>
                </a:cubicBezTo>
                <a:cubicBezTo>
                  <a:pt x="12" y="108"/>
                  <a:pt x="12" y="108"/>
                  <a:pt x="12" y="108"/>
                </a:cubicBezTo>
                <a:lnTo>
                  <a:pt x="12" y="212"/>
                </a:lnTo>
                <a:close/>
                <a:moveTo>
                  <a:pt x="24" y="12"/>
                </a:moveTo>
                <a:cubicBezTo>
                  <a:pt x="17" y="12"/>
                  <a:pt x="12" y="17"/>
                  <a:pt x="12" y="24"/>
                </a:cubicBezTo>
                <a:cubicBezTo>
                  <a:pt x="12" y="31"/>
                  <a:pt x="17" y="36"/>
                  <a:pt x="24" y="36"/>
                </a:cubicBezTo>
                <a:cubicBezTo>
                  <a:pt x="31" y="36"/>
                  <a:pt x="36" y="31"/>
                  <a:pt x="36" y="24"/>
                </a:cubicBezTo>
                <a:cubicBezTo>
                  <a:pt x="36" y="17"/>
                  <a:pt x="31" y="12"/>
                  <a:pt x="24" y="12"/>
                </a:cubicBezTo>
                <a:moveTo>
                  <a:pt x="60" y="12"/>
                </a:moveTo>
                <a:cubicBezTo>
                  <a:pt x="53" y="12"/>
                  <a:pt x="48" y="17"/>
                  <a:pt x="48" y="24"/>
                </a:cubicBezTo>
                <a:cubicBezTo>
                  <a:pt x="48" y="31"/>
                  <a:pt x="53" y="36"/>
                  <a:pt x="60" y="36"/>
                </a:cubicBezTo>
                <a:cubicBezTo>
                  <a:pt x="67" y="36"/>
                  <a:pt x="72" y="31"/>
                  <a:pt x="72" y="24"/>
                </a:cubicBezTo>
                <a:cubicBezTo>
                  <a:pt x="72" y="17"/>
                  <a:pt x="67" y="12"/>
                  <a:pt x="60" y="12"/>
                </a:cubicBezTo>
                <a:moveTo>
                  <a:pt x="96" y="12"/>
                </a:moveTo>
                <a:cubicBezTo>
                  <a:pt x="89" y="12"/>
                  <a:pt x="84" y="17"/>
                  <a:pt x="84" y="24"/>
                </a:cubicBezTo>
                <a:cubicBezTo>
                  <a:pt x="84" y="31"/>
                  <a:pt x="89" y="36"/>
                  <a:pt x="96" y="36"/>
                </a:cubicBezTo>
                <a:cubicBezTo>
                  <a:pt x="103" y="36"/>
                  <a:pt x="108" y="31"/>
                  <a:pt x="108" y="24"/>
                </a:cubicBezTo>
                <a:cubicBezTo>
                  <a:pt x="108" y="17"/>
                  <a:pt x="103" y="12"/>
                  <a:pt x="96" y="12"/>
                </a:cubicBezTo>
                <a:moveTo>
                  <a:pt x="232" y="48"/>
                </a:moveTo>
                <a:cubicBezTo>
                  <a:pt x="24" y="48"/>
                  <a:pt x="24" y="48"/>
                  <a:pt x="24" y="48"/>
                </a:cubicBezTo>
                <a:cubicBezTo>
                  <a:pt x="12" y="48"/>
                  <a:pt x="12" y="48"/>
                  <a:pt x="12" y="48"/>
                </a:cubicBezTo>
                <a:cubicBezTo>
                  <a:pt x="12" y="96"/>
                  <a:pt x="12" y="96"/>
                  <a:pt x="12" y="96"/>
                </a:cubicBezTo>
                <a:cubicBezTo>
                  <a:pt x="60" y="96"/>
                  <a:pt x="60" y="96"/>
                  <a:pt x="60" y="96"/>
                </a:cubicBezTo>
                <a:cubicBezTo>
                  <a:pt x="72" y="96"/>
                  <a:pt x="72" y="96"/>
                  <a:pt x="72" y="96"/>
                </a:cubicBezTo>
                <a:cubicBezTo>
                  <a:pt x="184" y="96"/>
                  <a:pt x="184" y="96"/>
                  <a:pt x="184" y="96"/>
                </a:cubicBezTo>
                <a:cubicBezTo>
                  <a:pt x="196" y="96"/>
                  <a:pt x="196" y="96"/>
                  <a:pt x="196" y="96"/>
                </a:cubicBezTo>
                <a:cubicBezTo>
                  <a:pt x="240" y="96"/>
                  <a:pt x="240" y="96"/>
                  <a:pt x="240" y="96"/>
                </a:cubicBezTo>
                <a:cubicBezTo>
                  <a:pt x="244" y="96"/>
                  <a:pt x="244" y="96"/>
                  <a:pt x="244" y="96"/>
                </a:cubicBezTo>
                <a:cubicBezTo>
                  <a:pt x="244" y="48"/>
                  <a:pt x="244" y="48"/>
                  <a:pt x="244" y="48"/>
                </a:cubicBezTo>
                <a:lnTo>
                  <a:pt x="232" y="48"/>
                </a:lnTo>
                <a:close/>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4" name="TextBox 3"/>
          <p:cNvSpPr txBox="1"/>
          <p:nvPr/>
        </p:nvSpPr>
        <p:spPr>
          <a:xfrm>
            <a:off x="1806922" y="865288"/>
            <a:ext cx="4142322" cy="523220"/>
          </a:xfrm>
          <a:prstGeom prst="rect">
            <a:avLst/>
          </a:prstGeom>
          <a:noFill/>
        </p:spPr>
        <p:txBody>
          <a:bodyPr wrap="square" rtlCol="0">
            <a:spAutoFit/>
          </a:bodyPr>
          <a:lstStyle/>
          <a:p>
            <a:r>
              <a:rPr lang="en-US" sz="2800">
                <a:solidFill>
                  <a:schemeClr val="accent1"/>
                </a:solidFill>
                <a:latin typeface="Times New Roman" panose="02020603050405020304" pitchFamily="18" charset="0"/>
                <a:cs typeface="Times New Roman" panose="02020603050405020304" pitchFamily="18" charset="0"/>
              </a:rPr>
              <a:t> </a:t>
            </a:r>
            <a:r>
              <a:rPr lang="en-US" sz="2800" smtClean="0">
                <a:solidFill>
                  <a:schemeClr val="accent1"/>
                </a:solidFill>
                <a:latin typeface="Times New Roman" panose="02020603050405020304" pitchFamily="18" charset="0"/>
                <a:cs typeface="Times New Roman" panose="02020603050405020304" pitchFamily="18" charset="0"/>
              </a:rPr>
              <a:t># 5 Kết quả đạt được </a:t>
            </a:r>
            <a:endParaRPr lang="en-US" sz="2800">
              <a:solidFill>
                <a:schemeClr val="accent1"/>
              </a:solidFill>
              <a:latin typeface="Times New Roman" panose="02020603050405020304" pitchFamily="18" charset="0"/>
              <a:cs typeface="Times New Roman" panose="02020603050405020304" pitchFamily="18" charset="0"/>
            </a:endParaRPr>
          </a:p>
        </p:txBody>
      </p:sp>
      <p:sp>
        <p:nvSpPr>
          <p:cNvPr id="5" name="TextBox 4"/>
          <p:cNvSpPr txBox="1"/>
          <p:nvPr/>
        </p:nvSpPr>
        <p:spPr>
          <a:xfrm>
            <a:off x="1670755" y="1781456"/>
            <a:ext cx="2664178" cy="369332"/>
          </a:xfrm>
          <a:prstGeom prst="rect">
            <a:avLst/>
          </a:prstGeom>
          <a:noFill/>
        </p:spPr>
        <p:txBody>
          <a:bodyPr wrap="square" rtlCol="0">
            <a:spAutoFit/>
          </a:bodyPr>
          <a:lstStyle/>
          <a:p>
            <a:pPr algn="ctr"/>
            <a:r>
              <a:rPr lang="en-US" b="1" smtClean="0">
                <a:solidFill>
                  <a:srgbClr val="FF0000"/>
                </a:solidFill>
                <a:latin typeface="Times New Roman" panose="02020603050405020304" pitchFamily="18" charset="0"/>
                <a:cs typeface="Times New Roman" panose="02020603050405020304" pitchFamily="18" charset="0"/>
              </a:rPr>
              <a:t>Hướng phát triển</a:t>
            </a:r>
            <a:endParaRPr lang="en-US" b="1">
              <a:solidFill>
                <a:srgbClr val="FF0000"/>
              </a:solidFill>
              <a:latin typeface="Times New Roman" panose="02020603050405020304" pitchFamily="18" charset="0"/>
              <a:cs typeface="Times New Roman" panose="02020603050405020304" pitchFamily="18" charset="0"/>
            </a:endParaRPr>
          </a:p>
        </p:txBody>
      </p:sp>
      <p:sp>
        <p:nvSpPr>
          <p:cNvPr id="6" name="TextBox 5"/>
          <p:cNvSpPr txBox="1"/>
          <p:nvPr/>
        </p:nvSpPr>
        <p:spPr>
          <a:xfrm>
            <a:off x="406400" y="2698044"/>
            <a:ext cx="5271911" cy="2031325"/>
          </a:xfrm>
          <a:prstGeom prst="rect">
            <a:avLst/>
          </a:prstGeom>
          <a:noFill/>
        </p:spPr>
        <p:txBody>
          <a:bodyPr wrap="square" rtlCol="0">
            <a:spAutoFit/>
          </a:bodyPr>
          <a:lstStyle/>
          <a:p>
            <a:pPr algn="just">
              <a:lnSpc>
                <a:spcPct val="150000"/>
              </a:lnSpc>
            </a:pPr>
            <a:r>
              <a:rPr lang="en-US"/>
              <a:t>Nhận thấy trong quá trình triển khai dự án còn nhiều thiếu sót trong việc khảo sát các quy trình nghiệp vụ của khách hàng, cần khắc phục để tránh phải liên hệ khách hàng nhiều lần để xác nhận lại.</a:t>
            </a:r>
          </a:p>
          <a:p>
            <a:endParaRPr lang="en-US"/>
          </a:p>
        </p:txBody>
      </p:sp>
      <p:cxnSp>
        <p:nvCxnSpPr>
          <p:cNvPr id="8" name="Straight Connector 7"/>
          <p:cNvCxnSpPr/>
          <p:nvPr/>
        </p:nvCxnSpPr>
        <p:spPr>
          <a:xfrm>
            <a:off x="6472849" y="1388508"/>
            <a:ext cx="90311" cy="5350959"/>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10" name="TextBox 9"/>
          <p:cNvSpPr txBox="1"/>
          <p:nvPr/>
        </p:nvSpPr>
        <p:spPr>
          <a:xfrm>
            <a:off x="6795911" y="2551289"/>
            <a:ext cx="4030133" cy="1200329"/>
          </a:xfrm>
          <a:prstGeom prst="rect">
            <a:avLst/>
          </a:prstGeom>
          <a:noFill/>
        </p:spPr>
        <p:txBody>
          <a:bodyPr wrap="square" rtlCol="0">
            <a:spAutoFit/>
          </a:bodyPr>
          <a:lstStyle/>
          <a:p>
            <a:pPr lvl="0" algn="just">
              <a:lnSpc>
                <a:spcPct val="150000"/>
              </a:lnSpc>
            </a:pPr>
            <a:r>
              <a:rPr lang="en-US">
                <a:latin typeface="Times New Roman" panose="02020603050405020304" pitchFamily="18" charset="0"/>
                <a:cs typeface="Times New Roman" panose="02020603050405020304" pitchFamily="18" charset="0"/>
              </a:rPr>
              <a:t>Có thể chấm công, đăng ký ca làm việc, đăng ký tăng ca trực tiếp trên một App. </a:t>
            </a:r>
          </a:p>
          <a:p>
            <a:endParaRPr lang="en-US"/>
          </a:p>
        </p:txBody>
      </p:sp>
      <p:sp>
        <p:nvSpPr>
          <p:cNvPr id="11" name="TextBox 10"/>
          <p:cNvSpPr txBox="1"/>
          <p:nvPr/>
        </p:nvSpPr>
        <p:spPr>
          <a:xfrm>
            <a:off x="1475708" y="2328712"/>
            <a:ext cx="2664178" cy="369332"/>
          </a:xfrm>
          <a:prstGeom prst="rect">
            <a:avLst/>
          </a:prstGeom>
          <a:noFill/>
        </p:spPr>
        <p:txBody>
          <a:bodyPr wrap="square" rtlCol="0">
            <a:spAutoFit/>
          </a:bodyPr>
          <a:lstStyle/>
          <a:p>
            <a:pPr algn="ctr"/>
            <a:r>
              <a:rPr lang="en-US" b="1" smtClean="0">
                <a:solidFill>
                  <a:srgbClr val="FF0000"/>
                </a:solidFill>
                <a:latin typeface="Times New Roman" panose="02020603050405020304" pitchFamily="18" charset="0"/>
                <a:cs typeface="Times New Roman" panose="02020603050405020304" pitchFamily="18" charset="0"/>
              </a:rPr>
              <a:t>Bản thân</a:t>
            </a:r>
            <a:endParaRPr lang="en-US" b="1">
              <a:solidFill>
                <a:srgbClr val="FF0000"/>
              </a:solidFill>
              <a:latin typeface="Times New Roman" panose="02020603050405020304" pitchFamily="18" charset="0"/>
              <a:cs typeface="Times New Roman" panose="02020603050405020304" pitchFamily="18" charset="0"/>
            </a:endParaRPr>
          </a:p>
        </p:txBody>
      </p:sp>
      <p:sp>
        <p:nvSpPr>
          <p:cNvPr id="12" name="TextBox 11"/>
          <p:cNvSpPr txBox="1"/>
          <p:nvPr/>
        </p:nvSpPr>
        <p:spPr>
          <a:xfrm>
            <a:off x="7357698" y="2144046"/>
            <a:ext cx="2664178" cy="369332"/>
          </a:xfrm>
          <a:prstGeom prst="rect">
            <a:avLst/>
          </a:prstGeom>
          <a:noFill/>
        </p:spPr>
        <p:txBody>
          <a:bodyPr wrap="square" rtlCol="0">
            <a:spAutoFit/>
          </a:bodyPr>
          <a:lstStyle/>
          <a:p>
            <a:pPr algn="ctr"/>
            <a:r>
              <a:rPr lang="en-US" b="1" smtClean="0">
                <a:solidFill>
                  <a:srgbClr val="FF0000"/>
                </a:solidFill>
                <a:latin typeface="Times New Roman" panose="02020603050405020304" pitchFamily="18" charset="0"/>
                <a:cs typeface="Times New Roman" panose="02020603050405020304" pitchFamily="18" charset="0"/>
              </a:rPr>
              <a:t>Hệ thống</a:t>
            </a:r>
            <a:endParaRPr lang="en-US" b="1">
              <a:solidFill>
                <a:srgbClr val="FF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76306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6858000"/>
          </a:xfrm>
          <a:prstGeom prst="rect">
            <a:avLst/>
          </a:prstGeom>
        </p:spPr>
      </p:pic>
    </p:spTree>
    <p:extLst>
      <p:ext uri="{BB962C8B-B14F-4D97-AF65-F5344CB8AC3E}">
        <p14:creationId xmlns:p14="http://schemas.microsoft.com/office/powerpoint/2010/main" val="19538511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224</TotalTime>
  <Words>774</Words>
  <Application>Microsoft Office PowerPoint</Application>
  <PresentationFormat>Widescreen</PresentationFormat>
  <Paragraphs>82</Paragraphs>
  <Slides>22</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22</vt:i4>
      </vt:variant>
    </vt:vector>
  </HeadingPairs>
  <TitlesOfParts>
    <vt:vector size="29" baseType="lpstr">
      <vt:lpstr>Arial</vt:lpstr>
      <vt:lpstr>Calibri</vt:lpstr>
      <vt:lpstr>Calibri Light</vt:lpstr>
      <vt:lpstr>Roboto</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28</cp:revision>
  <dcterms:created xsi:type="dcterms:W3CDTF">2022-06-05T09:04:15Z</dcterms:created>
  <dcterms:modified xsi:type="dcterms:W3CDTF">2022-06-05T18:45:40Z</dcterms:modified>
</cp:coreProperties>
</file>